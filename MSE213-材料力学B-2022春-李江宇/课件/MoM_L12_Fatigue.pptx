
<file path=[Content_Types].xml><?xml version="1.0" encoding="utf-8"?>
<Types xmlns="http://schemas.openxmlformats.org/package/2006/content-types">
  <Default Extension="bin" ContentType="application/vnd.openxmlformats-officedocument.oleObject"/>
  <Default Extension="emf" ContentType="image/x-emf"/>
  <Default Extension="gif" ContentType="image/gif"/>
  <Default Extension="jpe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56"/>
  </p:notesMasterIdLst>
  <p:sldIdLst>
    <p:sldId id="256" r:id="rId2"/>
    <p:sldId id="303" r:id="rId3"/>
    <p:sldId id="266" r:id="rId4"/>
    <p:sldId id="273" r:id="rId5"/>
    <p:sldId id="293" r:id="rId6"/>
    <p:sldId id="269" r:id="rId7"/>
    <p:sldId id="270" r:id="rId8"/>
    <p:sldId id="294" r:id="rId9"/>
    <p:sldId id="271" r:id="rId10"/>
    <p:sldId id="272" r:id="rId11"/>
    <p:sldId id="276" r:id="rId12"/>
    <p:sldId id="296" r:id="rId13"/>
    <p:sldId id="312" r:id="rId14"/>
    <p:sldId id="295" r:id="rId15"/>
    <p:sldId id="300" r:id="rId16"/>
    <p:sldId id="274" r:id="rId17"/>
    <p:sldId id="298" r:id="rId18"/>
    <p:sldId id="299" r:id="rId19"/>
    <p:sldId id="311" r:id="rId20"/>
    <p:sldId id="301" r:id="rId21"/>
    <p:sldId id="302" r:id="rId22"/>
    <p:sldId id="305" r:id="rId23"/>
    <p:sldId id="306" r:id="rId24"/>
    <p:sldId id="308" r:id="rId25"/>
    <p:sldId id="309" r:id="rId26"/>
    <p:sldId id="310" r:id="rId27"/>
    <p:sldId id="313" r:id="rId28"/>
    <p:sldId id="314" r:id="rId29"/>
    <p:sldId id="315" r:id="rId30"/>
    <p:sldId id="337" r:id="rId31"/>
    <p:sldId id="316" r:id="rId32"/>
    <p:sldId id="317" r:id="rId33"/>
    <p:sldId id="319" r:id="rId34"/>
    <p:sldId id="318" r:id="rId35"/>
    <p:sldId id="336" r:id="rId36"/>
    <p:sldId id="338" r:id="rId37"/>
    <p:sldId id="339" r:id="rId38"/>
    <p:sldId id="340" r:id="rId39"/>
    <p:sldId id="341" r:id="rId40"/>
    <p:sldId id="320" r:id="rId41"/>
    <p:sldId id="321" r:id="rId42"/>
    <p:sldId id="322" r:id="rId43"/>
    <p:sldId id="323" r:id="rId44"/>
    <p:sldId id="325" r:id="rId45"/>
    <p:sldId id="324" r:id="rId46"/>
    <p:sldId id="326" r:id="rId47"/>
    <p:sldId id="327" r:id="rId48"/>
    <p:sldId id="328" r:id="rId49"/>
    <p:sldId id="330" r:id="rId50"/>
    <p:sldId id="331" r:id="rId51"/>
    <p:sldId id="332" r:id="rId52"/>
    <p:sldId id="333" r:id="rId53"/>
    <p:sldId id="334" r:id="rId54"/>
    <p:sldId id="335" r:id="rId55"/>
  </p:sldIdLst>
  <p:sldSz cx="9144000" cy="6858000" type="screen4x3"/>
  <p:notesSz cx="7315200" cy="9601200"/>
  <p:defaultTextStyle>
    <a:defPPr>
      <a:defRPr lang="en-US"/>
    </a:defPPr>
    <a:lvl1pPr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5pPr>
    <a:lvl6pPr marL="2286000" algn="l" defTabSz="914400" rtl="0" eaLnBrk="1" latinLnBrk="0" hangingPunct="1">
      <a:defRPr kern="1200">
        <a:solidFill>
          <a:schemeClr val="tx1"/>
        </a:solidFill>
        <a:latin typeface="Arial" panose="020B0604020202020204" pitchFamily="34" charset="0"/>
        <a:ea typeface="+mn-ea"/>
        <a:cs typeface="+mn-cs"/>
      </a:defRPr>
    </a:lvl6pPr>
    <a:lvl7pPr marL="2743200" algn="l" defTabSz="914400" rtl="0" eaLnBrk="1" latinLnBrk="0" hangingPunct="1">
      <a:defRPr kern="1200">
        <a:solidFill>
          <a:schemeClr val="tx1"/>
        </a:solidFill>
        <a:latin typeface="Arial" panose="020B0604020202020204" pitchFamily="34" charset="0"/>
        <a:ea typeface="+mn-ea"/>
        <a:cs typeface="+mn-cs"/>
      </a:defRPr>
    </a:lvl7pPr>
    <a:lvl8pPr marL="3200400" algn="l" defTabSz="914400" rtl="0" eaLnBrk="1" latinLnBrk="0" hangingPunct="1">
      <a:defRPr kern="1200">
        <a:solidFill>
          <a:schemeClr val="tx1"/>
        </a:solidFill>
        <a:latin typeface="Arial" panose="020B0604020202020204" pitchFamily="34" charset="0"/>
        <a:ea typeface="+mn-ea"/>
        <a:cs typeface="+mn-cs"/>
      </a:defRPr>
    </a:lvl8pPr>
    <a:lvl9pPr marL="3657600" algn="l" defTabSz="914400" rtl="0" eaLnBrk="1" latinLnBrk="0" hangingPunct="1">
      <a:defRPr kern="1200">
        <a:solidFill>
          <a:schemeClr val="tx1"/>
        </a:solidFill>
        <a:latin typeface="Arial" panose="020B0604020202020204" pitchFamily="34"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15:guide id="1" orient="horz" pos="3024">
          <p15:clr>
            <a:srgbClr val="A4A3A4"/>
          </p15:clr>
        </p15:guide>
        <p15:guide id="2" pos="2304">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00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48699D80-6FC0-7046-B917-C9B3741700E1}" v="2" dt="2022-05-18T03:41:34.517"/>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10"/>
    <p:restoredTop sz="95748" autoAdjust="0"/>
  </p:normalViewPr>
  <p:slideViewPr>
    <p:cSldViewPr>
      <p:cViewPr varScale="1">
        <p:scale>
          <a:sx n="100" d="100"/>
          <a:sy n="100" d="100"/>
        </p:scale>
        <p:origin x="1864" y="176"/>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0"/>
    </p:cViewPr>
  </p:sorterViewPr>
  <p:notesViewPr>
    <p:cSldViewPr>
      <p:cViewPr varScale="1">
        <p:scale>
          <a:sx n="61" d="100"/>
          <a:sy n="61" d="100"/>
        </p:scale>
        <p:origin x="-1901" y="-86"/>
      </p:cViewPr>
      <p:guideLst>
        <p:guide orient="horz" pos="3024"/>
        <p:guide pos="2304"/>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viewProps" Target="viewProps.xml"/><Relationship Id="rId5" Type="http://schemas.openxmlformats.org/officeDocument/2006/relationships/slide" Target="slides/slide4.xml"/><Relationship Id="rId61" Type="http://schemas.microsoft.com/office/2016/11/relationships/changesInfo" Target="changesInfos/changesInfo1.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notesMaster" Target="notesMasters/notesMaster1.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theme" Target="theme/theme1.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microsoft.com/office/2015/10/relationships/revisionInfo" Target="revisionInfo.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presProps" Target="presProps.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Philip Zhan" userId="fd0cb2f6-9dd6-4afa-a340-ca04f7968bbe" providerId="ADAL" clId="{48699D80-6FC0-7046-B917-C9B3741700E1}"/>
    <pc:docChg chg="undo modSld">
      <pc:chgData name="Philip Zhan" userId="fd0cb2f6-9dd6-4afa-a340-ca04f7968bbe" providerId="ADAL" clId="{48699D80-6FC0-7046-B917-C9B3741700E1}" dt="2022-05-18T03:41:34.517" v="4" actId="767"/>
      <pc:docMkLst>
        <pc:docMk/>
      </pc:docMkLst>
      <pc:sldChg chg="addSp delSp modSp mod">
        <pc:chgData name="Philip Zhan" userId="fd0cb2f6-9dd6-4afa-a340-ca04f7968bbe" providerId="ADAL" clId="{48699D80-6FC0-7046-B917-C9B3741700E1}" dt="2022-05-18T03:41:34.517" v="4" actId="767"/>
        <pc:sldMkLst>
          <pc:docMk/>
          <pc:sldMk cId="294034233" sldId="330"/>
        </pc:sldMkLst>
        <pc:spChg chg="add del mod">
          <ac:chgData name="Philip Zhan" userId="fd0cb2f6-9dd6-4afa-a340-ca04f7968bbe" providerId="ADAL" clId="{48699D80-6FC0-7046-B917-C9B3741700E1}" dt="2022-05-18T03:41:34.517" v="4" actId="767"/>
          <ac:spMkLst>
            <pc:docMk/>
            <pc:sldMk cId="294034233" sldId="330"/>
            <ac:spMk id="3" creationId="{CC3E83D6-5162-9C7E-0828-D8ADC53AEFAA}"/>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7410" name="Rectangle 2"/>
          <p:cNvSpPr>
            <a:spLocks noGrp="1" noChangeArrowheads="1"/>
          </p:cNvSpPr>
          <p:nvPr>
            <p:ph type="hdr" sz="quarter"/>
          </p:nvPr>
        </p:nvSpPr>
        <p:spPr bwMode="auto">
          <a:xfrm>
            <a:off x="0" y="0"/>
            <a:ext cx="3170238" cy="479425"/>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eaLnBrk="1" hangingPunct="1">
              <a:defRPr sz="1200">
                <a:latin typeface="Arial" charset="0"/>
              </a:defRPr>
            </a:lvl1pPr>
          </a:lstStyle>
          <a:p>
            <a:pPr>
              <a:defRPr/>
            </a:pPr>
            <a:endParaRPr lang="en-US"/>
          </a:p>
        </p:txBody>
      </p:sp>
      <p:sp>
        <p:nvSpPr>
          <p:cNvPr id="17411" name="Rectangle 3"/>
          <p:cNvSpPr>
            <a:spLocks noGrp="1" noChangeArrowheads="1"/>
          </p:cNvSpPr>
          <p:nvPr>
            <p:ph type="dt" idx="1"/>
          </p:nvPr>
        </p:nvSpPr>
        <p:spPr bwMode="auto">
          <a:xfrm>
            <a:off x="4143375" y="0"/>
            <a:ext cx="3170238" cy="479425"/>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eaLnBrk="1" hangingPunct="1">
              <a:defRPr sz="1200">
                <a:latin typeface="Arial" charset="0"/>
              </a:defRPr>
            </a:lvl1pPr>
          </a:lstStyle>
          <a:p>
            <a:pPr>
              <a:defRPr/>
            </a:pPr>
            <a:endParaRPr lang="en-US"/>
          </a:p>
        </p:txBody>
      </p:sp>
      <p:sp>
        <p:nvSpPr>
          <p:cNvPr id="2052" name="Rectangle 4"/>
          <p:cNvSpPr>
            <a:spLocks noGrp="1" noRot="1" noChangeAspect="1" noChangeArrowheads="1" noTextEdit="1"/>
          </p:cNvSpPr>
          <p:nvPr>
            <p:ph type="sldImg" idx="2"/>
          </p:nvPr>
        </p:nvSpPr>
        <p:spPr bwMode="auto">
          <a:xfrm>
            <a:off x="1257300" y="720725"/>
            <a:ext cx="4800600" cy="3600450"/>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7413" name="Rectangle 5"/>
          <p:cNvSpPr>
            <a:spLocks noGrp="1" noChangeArrowheads="1"/>
          </p:cNvSpPr>
          <p:nvPr>
            <p:ph type="body" sz="quarter" idx="3"/>
          </p:nvPr>
        </p:nvSpPr>
        <p:spPr bwMode="auto">
          <a:xfrm>
            <a:off x="731838" y="4560888"/>
            <a:ext cx="5851525" cy="4319587"/>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7414" name="Rectangle 6"/>
          <p:cNvSpPr>
            <a:spLocks noGrp="1" noChangeArrowheads="1"/>
          </p:cNvSpPr>
          <p:nvPr>
            <p:ph type="ftr" sz="quarter" idx="4"/>
          </p:nvPr>
        </p:nvSpPr>
        <p:spPr bwMode="auto">
          <a:xfrm>
            <a:off x="0" y="9120188"/>
            <a:ext cx="3170238" cy="479425"/>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eaLnBrk="1" hangingPunct="1">
              <a:defRPr sz="1200">
                <a:latin typeface="Arial" charset="0"/>
              </a:defRPr>
            </a:lvl1pPr>
          </a:lstStyle>
          <a:p>
            <a:pPr>
              <a:defRPr/>
            </a:pPr>
            <a:endParaRPr lang="en-US"/>
          </a:p>
        </p:txBody>
      </p:sp>
      <p:sp>
        <p:nvSpPr>
          <p:cNvPr id="17415" name="Rectangle 7"/>
          <p:cNvSpPr>
            <a:spLocks noGrp="1" noChangeArrowheads="1"/>
          </p:cNvSpPr>
          <p:nvPr>
            <p:ph type="sldNum" sz="quarter" idx="5"/>
          </p:nvPr>
        </p:nvSpPr>
        <p:spPr bwMode="auto">
          <a:xfrm>
            <a:off x="4143375" y="9120188"/>
            <a:ext cx="3170238" cy="479425"/>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eaLnBrk="1" hangingPunct="1">
              <a:defRPr sz="1200"/>
            </a:lvl1pPr>
          </a:lstStyle>
          <a:p>
            <a:pPr>
              <a:defRPr/>
            </a:pPr>
            <a:fld id="{F2A919B3-E44E-4ACC-9658-67D4EC5C6E0B}" type="slidenum">
              <a:rPr lang="en-US" altLang="en-US"/>
              <a:pPr>
                <a:defRPr/>
              </a:pPr>
              <a:t>‹#›</a:t>
            </a:fld>
            <a:endParaRPr lang="en-US" altLang="en-US"/>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Arial" charset="0"/>
        <a:ea typeface="+mn-ea"/>
        <a:cs typeface="+mn-cs"/>
      </a:defRPr>
    </a:lvl1pPr>
    <a:lvl2pPr marL="457200" algn="l" rtl="0" eaLnBrk="0" fontAlgn="base" hangingPunct="0">
      <a:spcBef>
        <a:spcPct val="30000"/>
      </a:spcBef>
      <a:spcAft>
        <a:spcPct val="0"/>
      </a:spcAft>
      <a:defRPr sz="1200" kern="1200">
        <a:solidFill>
          <a:schemeClr val="tx1"/>
        </a:solidFill>
        <a:latin typeface="Arial" charset="0"/>
        <a:ea typeface="+mn-ea"/>
        <a:cs typeface="+mn-cs"/>
      </a:defRPr>
    </a:lvl2pPr>
    <a:lvl3pPr marL="914400" algn="l" rtl="0" eaLnBrk="0" fontAlgn="base" hangingPunct="0">
      <a:spcBef>
        <a:spcPct val="30000"/>
      </a:spcBef>
      <a:spcAft>
        <a:spcPct val="0"/>
      </a:spcAft>
      <a:defRPr sz="1200" kern="1200">
        <a:solidFill>
          <a:schemeClr val="tx1"/>
        </a:solidFill>
        <a:latin typeface="Arial" charset="0"/>
        <a:ea typeface="+mn-ea"/>
        <a:cs typeface="+mn-cs"/>
      </a:defRPr>
    </a:lvl3pPr>
    <a:lvl4pPr marL="1371600" algn="l" rtl="0" eaLnBrk="0" fontAlgn="base" hangingPunct="0">
      <a:spcBef>
        <a:spcPct val="30000"/>
      </a:spcBef>
      <a:spcAft>
        <a:spcPct val="0"/>
      </a:spcAft>
      <a:defRPr sz="1200" kern="1200">
        <a:solidFill>
          <a:schemeClr val="tx1"/>
        </a:solidFill>
        <a:latin typeface="Arial" charset="0"/>
        <a:ea typeface="+mn-ea"/>
        <a:cs typeface="+mn-cs"/>
      </a:defRPr>
    </a:lvl4pPr>
    <a:lvl5pPr marL="1828800" algn="l" rtl="0" eaLnBrk="0" fontAlgn="base" hangingPunct="0">
      <a:spcBef>
        <a:spcPct val="30000"/>
      </a:spcBef>
      <a:spcAft>
        <a:spcPct val="0"/>
      </a:spcAft>
      <a:defRPr sz="1200" kern="1200">
        <a:solidFill>
          <a:schemeClr val="tx1"/>
        </a:solidFill>
        <a:latin typeface="Arial"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defRPr>
            </a:lvl1pPr>
            <a:lvl2pPr marL="742950" indent="-285750">
              <a:spcBef>
                <a:spcPct val="30000"/>
              </a:spcBef>
              <a:defRPr sz="1200">
                <a:solidFill>
                  <a:schemeClr val="tx1"/>
                </a:solidFill>
                <a:latin typeface="Arial" panose="020B0604020202020204" pitchFamily="34" charset="0"/>
              </a:defRPr>
            </a:lvl2pPr>
            <a:lvl3pPr marL="1143000" indent="-228600">
              <a:spcBef>
                <a:spcPct val="30000"/>
              </a:spcBef>
              <a:defRPr sz="1200">
                <a:solidFill>
                  <a:schemeClr val="tx1"/>
                </a:solidFill>
                <a:latin typeface="Arial" panose="020B0604020202020204" pitchFamily="34" charset="0"/>
              </a:defRPr>
            </a:lvl3pPr>
            <a:lvl4pPr marL="1600200" indent="-228600">
              <a:spcBef>
                <a:spcPct val="30000"/>
              </a:spcBef>
              <a:defRPr sz="1200">
                <a:solidFill>
                  <a:schemeClr val="tx1"/>
                </a:solidFill>
                <a:latin typeface="Arial" panose="020B0604020202020204" pitchFamily="34" charset="0"/>
              </a:defRPr>
            </a:lvl4pPr>
            <a:lvl5pPr marL="2057400" indent="-228600">
              <a:spcBef>
                <a:spcPct val="30000"/>
              </a:spcBef>
              <a:defRPr sz="1200">
                <a:solidFill>
                  <a:schemeClr val="tx1"/>
                </a:solidFill>
                <a:latin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defRPr>
            </a:lvl9pPr>
          </a:lstStyle>
          <a:p>
            <a:pPr>
              <a:spcBef>
                <a:spcPct val="0"/>
              </a:spcBef>
            </a:pPr>
            <a:fld id="{FB1D5E6B-5D9B-462A-B770-2765396186E7}" type="slidenum">
              <a:rPr lang="en-US" altLang="en-US" smtClean="0"/>
              <a:pPr>
                <a:spcBef>
                  <a:spcPct val="0"/>
                </a:spcBef>
              </a:pPr>
              <a:t>1</a:t>
            </a:fld>
            <a:endParaRPr lang="en-US" altLang="en-US"/>
          </a:p>
        </p:txBody>
      </p:sp>
      <p:sp>
        <p:nvSpPr>
          <p:cNvPr id="4099" name="Rectangle 1026"/>
          <p:cNvSpPr>
            <a:spLocks noGrp="1" noRot="1" noChangeAspect="1" noChangeArrowheads="1" noTextEdit="1"/>
          </p:cNvSpPr>
          <p:nvPr>
            <p:ph type="sldImg"/>
          </p:nvPr>
        </p:nvSpPr>
        <p:spPr>
          <a:ln/>
        </p:spPr>
      </p:sp>
      <p:sp>
        <p:nvSpPr>
          <p:cNvPr id="4100" name="Rectangle 1027"/>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defRPr>
            </a:lvl1pPr>
            <a:lvl2pPr marL="742950" indent="-285750">
              <a:spcBef>
                <a:spcPct val="30000"/>
              </a:spcBef>
              <a:defRPr sz="1200">
                <a:solidFill>
                  <a:schemeClr val="tx1"/>
                </a:solidFill>
                <a:latin typeface="Arial" panose="020B0604020202020204" pitchFamily="34" charset="0"/>
              </a:defRPr>
            </a:lvl2pPr>
            <a:lvl3pPr marL="1143000" indent="-228600">
              <a:spcBef>
                <a:spcPct val="30000"/>
              </a:spcBef>
              <a:defRPr sz="1200">
                <a:solidFill>
                  <a:schemeClr val="tx1"/>
                </a:solidFill>
                <a:latin typeface="Arial" panose="020B0604020202020204" pitchFamily="34" charset="0"/>
              </a:defRPr>
            </a:lvl3pPr>
            <a:lvl4pPr marL="1600200" indent="-228600">
              <a:spcBef>
                <a:spcPct val="30000"/>
              </a:spcBef>
              <a:defRPr sz="1200">
                <a:solidFill>
                  <a:schemeClr val="tx1"/>
                </a:solidFill>
                <a:latin typeface="Arial" panose="020B0604020202020204" pitchFamily="34" charset="0"/>
              </a:defRPr>
            </a:lvl4pPr>
            <a:lvl5pPr marL="2057400" indent="-228600">
              <a:spcBef>
                <a:spcPct val="30000"/>
              </a:spcBef>
              <a:defRPr sz="1200">
                <a:solidFill>
                  <a:schemeClr val="tx1"/>
                </a:solidFill>
                <a:latin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defRPr>
            </a:lvl9pPr>
          </a:lstStyle>
          <a:p>
            <a:pPr>
              <a:spcBef>
                <a:spcPct val="0"/>
              </a:spcBef>
            </a:pPr>
            <a:fld id="{5D44EECF-B871-4350-B623-FE37212FE846}" type="slidenum">
              <a:rPr lang="en-US" altLang="en-US" smtClean="0"/>
              <a:pPr>
                <a:spcBef>
                  <a:spcPct val="0"/>
                </a:spcBef>
              </a:pPr>
              <a:t>3</a:t>
            </a:fld>
            <a:endParaRPr lang="en-US" altLang="en-US"/>
          </a:p>
        </p:txBody>
      </p:sp>
      <p:sp>
        <p:nvSpPr>
          <p:cNvPr id="7171" name="Rectangle 2"/>
          <p:cNvSpPr>
            <a:spLocks noGrp="1" noRot="1" noChangeAspect="1" noChangeArrowheads="1" noTextEdit="1"/>
          </p:cNvSpPr>
          <p:nvPr>
            <p:ph type="sldImg"/>
          </p:nvPr>
        </p:nvSpPr>
        <p:spPr>
          <a:ln/>
        </p:spPr>
      </p:sp>
      <p:sp>
        <p:nvSpPr>
          <p:cNvPr id="7172"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defRPr>
            </a:lvl1pPr>
            <a:lvl2pPr marL="742950" indent="-285750">
              <a:spcBef>
                <a:spcPct val="30000"/>
              </a:spcBef>
              <a:defRPr sz="1200">
                <a:solidFill>
                  <a:schemeClr val="tx1"/>
                </a:solidFill>
                <a:latin typeface="Arial" panose="020B0604020202020204" pitchFamily="34" charset="0"/>
              </a:defRPr>
            </a:lvl2pPr>
            <a:lvl3pPr marL="1143000" indent="-228600">
              <a:spcBef>
                <a:spcPct val="30000"/>
              </a:spcBef>
              <a:defRPr sz="1200">
                <a:solidFill>
                  <a:schemeClr val="tx1"/>
                </a:solidFill>
                <a:latin typeface="Arial" panose="020B0604020202020204" pitchFamily="34" charset="0"/>
              </a:defRPr>
            </a:lvl3pPr>
            <a:lvl4pPr marL="1600200" indent="-228600">
              <a:spcBef>
                <a:spcPct val="30000"/>
              </a:spcBef>
              <a:defRPr sz="1200">
                <a:solidFill>
                  <a:schemeClr val="tx1"/>
                </a:solidFill>
                <a:latin typeface="Arial" panose="020B0604020202020204" pitchFamily="34" charset="0"/>
              </a:defRPr>
            </a:lvl4pPr>
            <a:lvl5pPr marL="2057400" indent="-228600">
              <a:spcBef>
                <a:spcPct val="30000"/>
              </a:spcBef>
              <a:defRPr sz="1200">
                <a:solidFill>
                  <a:schemeClr val="tx1"/>
                </a:solidFill>
                <a:latin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defRPr>
            </a:lvl9pPr>
          </a:lstStyle>
          <a:p>
            <a:pPr>
              <a:spcBef>
                <a:spcPct val="0"/>
              </a:spcBef>
            </a:pPr>
            <a:fld id="{325BA979-2EB8-4C1A-8758-923BB0D8E0F3}" type="slidenum">
              <a:rPr lang="en-US" altLang="en-US" smtClean="0"/>
              <a:pPr>
                <a:spcBef>
                  <a:spcPct val="0"/>
                </a:spcBef>
              </a:pPr>
              <a:t>4</a:t>
            </a:fld>
            <a:endParaRPr lang="en-US" altLang="en-US"/>
          </a:p>
        </p:txBody>
      </p:sp>
      <p:sp>
        <p:nvSpPr>
          <p:cNvPr id="9219" name="Rectangle 2"/>
          <p:cNvSpPr>
            <a:spLocks noGrp="1" noRot="1" noChangeAspect="1" noChangeArrowheads="1" noTextEdit="1"/>
          </p:cNvSpPr>
          <p:nvPr>
            <p:ph type="sldImg"/>
          </p:nvPr>
        </p:nvSpPr>
        <p:spPr>
          <a:ln/>
        </p:spPr>
      </p:sp>
      <p:sp>
        <p:nvSpPr>
          <p:cNvPr id="9220"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defRPr>
            </a:lvl1pPr>
            <a:lvl2pPr marL="742950" indent="-285750">
              <a:spcBef>
                <a:spcPct val="30000"/>
              </a:spcBef>
              <a:defRPr sz="1200">
                <a:solidFill>
                  <a:schemeClr val="tx1"/>
                </a:solidFill>
                <a:latin typeface="Arial" panose="020B0604020202020204" pitchFamily="34" charset="0"/>
              </a:defRPr>
            </a:lvl2pPr>
            <a:lvl3pPr marL="1143000" indent="-228600">
              <a:spcBef>
                <a:spcPct val="30000"/>
              </a:spcBef>
              <a:defRPr sz="1200">
                <a:solidFill>
                  <a:schemeClr val="tx1"/>
                </a:solidFill>
                <a:latin typeface="Arial" panose="020B0604020202020204" pitchFamily="34" charset="0"/>
              </a:defRPr>
            </a:lvl3pPr>
            <a:lvl4pPr marL="1600200" indent="-228600">
              <a:spcBef>
                <a:spcPct val="30000"/>
              </a:spcBef>
              <a:defRPr sz="1200">
                <a:solidFill>
                  <a:schemeClr val="tx1"/>
                </a:solidFill>
                <a:latin typeface="Arial" panose="020B0604020202020204" pitchFamily="34" charset="0"/>
              </a:defRPr>
            </a:lvl4pPr>
            <a:lvl5pPr marL="2057400" indent="-228600">
              <a:spcBef>
                <a:spcPct val="30000"/>
              </a:spcBef>
              <a:defRPr sz="1200">
                <a:solidFill>
                  <a:schemeClr val="tx1"/>
                </a:solidFill>
                <a:latin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defRPr>
            </a:lvl9pPr>
          </a:lstStyle>
          <a:p>
            <a:pPr>
              <a:spcBef>
                <a:spcPct val="0"/>
              </a:spcBef>
            </a:pPr>
            <a:fld id="{CB6DADDA-A2D8-49F3-A85C-DA8FCBCD9275}" type="slidenum">
              <a:rPr lang="en-US" altLang="en-US" smtClean="0"/>
              <a:pPr>
                <a:spcBef>
                  <a:spcPct val="0"/>
                </a:spcBef>
              </a:pPr>
              <a:t>5</a:t>
            </a:fld>
            <a:endParaRPr lang="en-US" altLang="en-US"/>
          </a:p>
        </p:txBody>
      </p:sp>
      <p:sp>
        <p:nvSpPr>
          <p:cNvPr id="11267" name="Rectangle 2"/>
          <p:cNvSpPr>
            <a:spLocks noGrp="1" noRot="1" noChangeAspect="1" noChangeArrowheads="1" noTextEdit="1"/>
          </p:cNvSpPr>
          <p:nvPr>
            <p:ph type="sldImg"/>
          </p:nvPr>
        </p:nvSpPr>
        <p:spPr>
          <a:ln/>
        </p:spPr>
      </p:sp>
      <p:sp>
        <p:nvSpPr>
          <p:cNvPr id="1126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defRPr>
            </a:lvl1pPr>
            <a:lvl2pPr marL="742950" indent="-285750">
              <a:spcBef>
                <a:spcPct val="30000"/>
              </a:spcBef>
              <a:defRPr sz="1200">
                <a:solidFill>
                  <a:schemeClr val="tx1"/>
                </a:solidFill>
                <a:latin typeface="Arial" panose="020B0604020202020204" pitchFamily="34" charset="0"/>
              </a:defRPr>
            </a:lvl2pPr>
            <a:lvl3pPr marL="1143000" indent="-228600">
              <a:spcBef>
                <a:spcPct val="30000"/>
              </a:spcBef>
              <a:defRPr sz="1200">
                <a:solidFill>
                  <a:schemeClr val="tx1"/>
                </a:solidFill>
                <a:latin typeface="Arial" panose="020B0604020202020204" pitchFamily="34" charset="0"/>
              </a:defRPr>
            </a:lvl3pPr>
            <a:lvl4pPr marL="1600200" indent="-228600">
              <a:spcBef>
                <a:spcPct val="30000"/>
              </a:spcBef>
              <a:defRPr sz="1200">
                <a:solidFill>
                  <a:schemeClr val="tx1"/>
                </a:solidFill>
                <a:latin typeface="Arial" panose="020B0604020202020204" pitchFamily="34" charset="0"/>
              </a:defRPr>
            </a:lvl4pPr>
            <a:lvl5pPr marL="2057400" indent="-228600">
              <a:spcBef>
                <a:spcPct val="30000"/>
              </a:spcBef>
              <a:defRPr sz="1200">
                <a:solidFill>
                  <a:schemeClr val="tx1"/>
                </a:solidFill>
                <a:latin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defRPr>
            </a:lvl9pPr>
          </a:lstStyle>
          <a:p>
            <a:pPr>
              <a:spcBef>
                <a:spcPct val="0"/>
              </a:spcBef>
            </a:pPr>
            <a:fld id="{5BF9F890-B4EC-420D-AB6A-461C4A61C689}" type="slidenum">
              <a:rPr lang="en-US" altLang="en-US" smtClean="0"/>
              <a:pPr>
                <a:spcBef>
                  <a:spcPct val="0"/>
                </a:spcBef>
              </a:pPr>
              <a:t>6</a:t>
            </a:fld>
            <a:endParaRPr lang="en-US" altLang="en-US"/>
          </a:p>
        </p:txBody>
      </p:sp>
      <p:sp>
        <p:nvSpPr>
          <p:cNvPr id="13315" name="Rectangle 2"/>
          <p:cNvSpPr>
            <a:spLocks noGrp="1" noRot="1" noChangeAspect="1" noChangeArrowheads="1" noTextEdit="1"/>
          </p:cNvSpPr>
          <p:nvPr>
            <p:ph type="sldImg"/>
          </p:nvPr>
        </p:nvSpPr>
        <p:spPr>
          <a:ln/>
        </p:spPr>
      </p:sp>
      <p:sp>
        <p:nvSpPr>
          <p:cNvPr id="13316"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defRPr>
            </a:lvl1pPr>
            <a:lvl2pPr marL="742950" indent="-285750">
              <a:spcBef>
                <a:spcPct val="30000"/>
              </a:spcBef>
              <a:defRPr sz="1200">
                <a:solidFill>
                  <a:schemeClr val="tx1"/>
                </a:solidFill>
                <a:latin typeface="Arial" panose="020B0604020202020204" pitchFamily="34" charset="0"/>
              </a:defRPr>
            </a:lvl2pPr>
            <a:lvl3pPr marL="1143000" indent="-228600">
              <a:spcBef>
                <a:spcPct val="30000"/>
              </a:spcBef>
              <a:defRPr sz="1200">
                <a:solidFill>
                  <a:schemeClr val="tx1"/>
                </a:solidFill>
                <a:latin typeface="Arial" panose="020B0604020202020204" pitchFamily="34" charset="0"/>
              </a:defRPr>
            </a:lvl3pPr>
            <a:lvl4pPr marL="1600200" indent="-228600">
              <a:spcBef>
                <a:spcPct val="30000"/>
              </a:spcBef>
              <a:defRPr sz="1200">
                <a:solidFill>
                  <a:schemeClr val="tx1"/>
                </a:solidFill>
                <a:latin typeface="Arial" panose="020B0604020202020204" pitchFamily="34" charset="0"/>
              </a:defRPr>
            </a:lvl4pPr>
            <a:lvl5pPr marL="2057400" indent="-228600">
              <a:spcBef>
                <a:spcPct val="30000"/>
              </a:spcBef>
              <a:defRPr sz="1200">
                <a:solidFill>
                  <a:schemeClr val="tx1"/>
                </a:solidFill>
                <a:latin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defRPr>
            </a:lvl9pPr>
          </a:lstStyle>
          <a:p>
            <a:pPr>
              <a:spcBef>
                <a:spcPct val="0"/>
              </a:spcBef>
            </a:pPr>
            <a:fld id="{4DF1D23A-A015-4DE3-9BF6-04A78FF62507}" type="slidenum">
              <a:rPr lang="en-US" altLang="en-US" smtClean="0"/>
              <a:pPr>
                <a:spcBef>
                  <a:spcPct val="0"/>
                </a:spcBef>
              </a:pPr>
              <a:t>7</a:t>
            </a:fld>
            <a:endParaRPr lang="en-US" altLang="en-US"/>
          </a:p>
        </p:txBody>
      </p:sp>
      <p:sp>
        <p:nvSpPr>
          <p:cNvPr id="15363" name="Rectangle 2"/>
          <p:cNvSpPr>
            <a:spLocks noGrp="1" noRot="1" noChangeAspect="1" noChangeArrowheads="1" noTextEdit="1"/>
          </p:cNvSpPr>
          <p:nvPr>
            <p:ph type="sldImg"/>
          </p:nvPr>
        </p:nvSpPr>
        <p:spPr>
          <a:ln/>
        </p:spPr>
      </p:sp>
      <p:sp>
        <p:nvSpPr>
          <p:cNvPr id="1536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defRPr>
            </a:lvl1pPr>
            <a:lvl2pPr marL="742950" indent="-285750">
              <a:spcBef>
                <a:spcPct val="30000"/>
              </a:spcBef>
              <a:defRPr sz="1200">
                <a:solidFill>
                  <a:schemeClr val="tx1"/>
                </a:solidFill>
                <a:latin typeface="Arial" panose="020B0604020202020204" pitchFamily="34" charset="0"/>
              </a:defRPr>
            </a:lvl2pPr>
            <a:lvl3pPr marL="1143000" indent="-228600">
              <a:spcBef>
                <a:spcPct val="30000"/>
              </a:spcBef>
              <a:defRPr sz="1200">
                <a:solidFill>
                  <a:schemeClr val="tx1"/>
                </a:solidFill>
                <a:latin typeface="Arial" panose="020B0604020202020204" pitchFamily="34" charset="0"/>
              </a:defRPr>
            </a:lvl3pPr>
            <a:lvl4pPr marL="1600200" indent="-228600">
              <a:spcBef>
                <a:spcPct val="30000"/>
              </a:spcBef>
              <a:defRPr sz="1200">
                <a:solidFill>
                  <a:schemeClr val="tx1"/>
                </a:solidFill>
                <a:latin typeface="Arial" panose="020B0604020202020204" pitchFamily="34" charset="0"/>
              </a:defRPr>
            </a:lvl4pPr>
            <a:lvl5pPr marL="2057400" indent="-228600">
              <a:spcBef>
                <a:spcPct val="30000"/>
              </a:spcBef>
              <a:defRPr sz="1200">
                <a:solidFill>
                  <a:schemeClr val="tx1"/>
                </a:solidFill>
                <a:latin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defRPr>
            </a:lvl9pPr>
          </a:lstStyle>
          <a:p>
            <a:pPr>
              <a:spcBef>
                <a:spcPct val="0"/>
              </a:spcBef>
            </a:pPr>
            <a:fld id="{1E53E114-E50B-4366-888F-05A87C8EC517}" type="slidenum">
              <a:rPr lang="en-US" altLang="en-US" smtClean="0"/>
              <a:pPr>
                <a:spcBef>
                  <a:spcPct val="0"/>
                </a:spcBef>
              </a:pPr>
              <a:t>8</a:t>
            </a:fld>
            <a:endParaRPr lang="en-US" altLang="en-US"/>
          </a:p>
        </p:txBody>
      </p:sp>
      <p:sp>
        <p:nvSpPr>
          <p:cNvPr id="17411" name="Rectangle 2"/>
          <p:cNvSpPr>
            <a:spLocks noGrp="1" noRot="1" noChangeAspect="1" noChangeArrowheads="1" noTextEdit="1"/>
          </p:cNvSpPr>
          <p:nvPr>
            <p:ph type="sldImg"/>
          </p:nvPr>
        </p:nvSpPr>
        <p:spPr>
          <a:ln/>
        </p:spPr>
      </p:sp>
      <p:sp>
        <p:nvSpPr>
          <p:cNvPr id="17412"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defRPr>
            </a:lvl1pPr>
            <a:lvl2pPr marL="742950" indent="-285750">
              <a:spcBef>
                <a:spcPct val="30000"/>
              </a:spcBef>
              <a:defRPr sz="1200">
                <a:solidFill>
                  <a:schemeClr val="tx1"/>
                </a:solidFill>
                <a:latin typeface="Arial" panose="020B0604020202020204" pitchFamily="34" charset="0"/>
              </a:defRPr>
            </a:lvl2pPr>
            <a:lvl3pPr marL="1143000" indent="-228600">
              <a:spcBef>
                <a:spcPct val="30000"/>
              </a:spcBef>
              <a:defRPr sz="1200">
                <a:solidFill>
                  <a:schemeClr val="tx1"/>
                </a:solidFill>
                <a:latin typeface="Arial" panose="020B0604020202020204" pitchFamily="34" charset="0"/>
              </a:defRPr>
            </a:lvl3pPr>
            <a:lvl4pPr marL="1600200" indent="-228600">
              <a:spcBef>
                <a:spcPct val="30000"/>
              </a:spcBef>
              <a:defRPr sz="1200">
                <a:solidFill>
                  <a:schemeClr val="tx1"/>
                </a:solidFill>
                <a:latin typeface="Arial" panose="020B0604020202020204" pitchFamily="34" charset="0"/>
              </a:defRPr>
            </a:lvl4pPr>
            <a:lvl5pPr marL="2057400" indent="-228600">
              <a:spcBef>
                <a:spcPct val="30000"/>
              </a:spcBef>
              <a:defRPr sz="1200">
                <a:solidFill>
                  <a:schemeClr val="tx1"/>
                </a:solidFill>
                <a:latin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defRPr>
            </a:lvl9pPr>
          </a:lstStyle>
          <a:p>
            <a:pPr>
              <a:spcBef>
                <a:spcPct val="0"/>
              </a:spcBef>
            </a:pPr>
            <a:fld id="{4AEB6EE0-A628-436D-9E42-08FC41D22297}" type="slidenum">
              <a:rPr lang="en-US" altLang="en-US" smtClean="0"/>
              <a:pPr>
                <a:spcBef>
                  <a:spcPct val="0"/>
                </a:spcBef>
              </a:pPr>
              <a:t>9</a:t>
            </a:fld>
            <a:endParaRPr lang="en-US" altLang="en-US"/>
          </a:p>
        </p:txBody>
      </p:sp>
      <p:sp>
        <p:nvSpPr>
          <p:cNvPr id="19459" name="Rectangle 2"/>
          <p:cNvSpPr>
            <a:spLocks noGrp="1" noRot="1" noChangeAspect="1" noChangeArrowheads="1" noTextEdit="1"/>
          </p:cNvSpPr>
          <p:nvPr>
            <p:ph type="sldImg"/>
          </p:nvPr>
        </p:nvSpPr>
        <p:spPr>
          <a:ln/>
        </p:spPr>
      </p:sp>
      <p:sp>
        <p:nvSpPr>
          <p:cNvPr id="19460"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defRPr>
            </a:lvl1pPr>
            <a:lvl2pPr marL="742950" indent="-285750">
              <a:spcBef>
                <a:spcPct val="30000"/>
              </a:spcBef>
              <a:defRPr sz="1200">
                <a:solidFill>
                  <a:schemeClr val="tx1"/>
                </a:solidFill>
                <a:latin typeface="Arial" panose="020B0604020202020204" pitchFamily="34" charset="0"/>
              </a:defRPr>
            </a:lvl2pPr>
            <a:lvl3pPr marL="1143000" indent="-228600">
              <a:spcBef>
                <a:spcPct val="30000"/>
              </a:spcBef>
              <a:defRPr sz="1200">
                <a:solidFill>
                  <a:schemeClr val="tx1"/>
                </a:solidFill>
                <a:latin typeface="Arial" panose="020B0604020202020204" pitchFamily="34" charset="0"/>
              </a:defRPr>
            </a:lvl3pPr>
            <a:lvl4pPr marL="1600200" indent="-228600">
              <a:spcBef>
                <a:spcPct val="30000"/>
              </a:spcBef>
              <a:defRPr sz="1200">
                <a:solidFill>
                  <a:schemeClr val="tx1"/>
                </a:solidFill>
                <a:latin typeface="Arial" panose="020B0604020202020204" pitchFamily="34" charset="0"/>
              </a:defRPr>
            </a:lvl4pPr>
            <a:lvl5pPr marL="2057400" indent="-228600">
              <a:spcBef>
                <a:spcPct val="30000"/>
              </a:spcBef>
              <a:defRPr sz="1200">
                <a:solidFill>
                  <a:schemeClr val="tx1"/>
                </a:solidFill>
                <a:latin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defRPr>
            </a:lvl9pPr>
          </a:lstStyle>
          <a:p>
            <a:pPr>
              <a:spcBef>
                <a:spcPct val="0"/>
              </a:spcBef>
            </a:pPr>
            <a:fld id="{8524018A-D882-4CAB-AD03-C7149FB5FD52}" type="slidenum">
              <a:rPr lang="en-US" altLang="en-US" smtClean="0"/>
              <a:pPr>
                <a:spcBef>
                  <a:spcPct val="0"/>
                </a:spcBef>
              </a:pPr>
              <a:t>10</a:t>
            </a:fld>
            <a:endParaRPr lang="en-US" altLang="en-US"/>
          </a:p>
        </p:txBody>
      </p:sp>
      <p:sp>
        <p:nvSpPr>
          <p:cNvPr id="21507" name="Rectangle 2"/>
          <p:cNvSpPr>
            <a:spLocks noGrp="1" noRot="1" noChangeAspect="1" noChangeArrowheads="1" noTextEdit="1"/>
          </p:cNvSpPr>
          <p:nvPr>
            <p:ph type="sldImg"/>
          </p:nvPr>
        </p:nvSpPr>
        <p:spPr>
          <a:ln/>
        </p:spPr>
      </p:sp>
      <p:sp>
        <p:nvSpPr>
          <p:cNvPr id="2150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defRPr>
            </a:lvl1pPr>
            <a:lvl2pPr marL="742950" indent="-285750">
              <a:spcBef>
                <a:spcPct val="30000"/>
              </a:spcBef>
              <a:defRPr sz="1200">
                <a:solidFill>
                  <a:schemeClr val="tx1"/>
                </a:solidFill>
                <a:latin typeface="Arial" panose="020B0604020202020204" pitchFamily="34" charset="0"/>
              </a:defRPr>
            </a:lvl2pPr>
            <a:lvl3pPr marL="1143000" indent="-228600">
              <a:spcBef>
                <a:spcPct val="30000"/>
              </a:spcBef>
              <a:defRPr sz="1200">
                <a:solidFill>
                  <a:schemeClr val="tx1"/>
                </a:solidFill>
                <a:latin typeface="Arial" panose="020B0604020202020204" pitchFamily="34" charset="0"/>
              </a:defRPr>
            </a:lvl3pPr>
            <a:lvl4pPr marL="1600200" indent="-228600">
              <a:spcBef>
                <a:spcPct val="30000"/>
              </a:spcBef>
              <a:defRPr sz="1200">
                <a:solidFill>
                  <a:schemeClr val="tx1"/>
                </a:solidFill>
                <a:latin typeface="Arial" panose="020B0604020202020204" pitchFamily="34" charset="0"/>
              </a:defRPr>
            </a:lvl4pPr>
            <a:lvl5pPr marL="2057400" indent="-228600">
              <a:spcBef>
                <a:spcPct val="30000"/>
              </a:spcBef>
              <a:defRPr sz="1200">
                <a:solidFill>
                  <a:schemeClr val="tx1"/>
                </a:solidFill>
                <a:latin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defRPr>
            </a:lvl9pPr>
          </a:lstStyle>
          <a:p>
            <a:pPr>
              <a:spcBef>
                <a:spcPct val="0"/>
              </a:spcBef>
            </a:pPr>
            <a:fld id="{DD8BC380-E3A4-4A39-ADC1-CB9FA89680D1}" type="slidenum">
              <a:rPr lang="en-US" altLang="en-US" smtClean="0"/>
              <a:pPr>
                <a:spcBef>
                  <a:spcPct val="0"/>
                </a:spcBef>
              </a:pPr>
              <a:t>11</a:t>
            </a:fld>
            <a:endParaRPr lang="en-US" altLang="en-US"/>
          </a:p>
        </p:txBody>
      </p:sp>
      <p:sp>
        <p:nvSpPr>
          <p:cNvPr id="23555" name="Rectangle 2"/>
          <p:cNvSpPr>
            <a:spLocks noGrp="1" noRot="1" noChangeAspect="1" noChangeArrowheads="1" noTextEdit="1"/>
          </p:cNvSpPr>
          <p:nvPr>
            <p:ph type="sldImg"/>
          </p:nvPr>
        </p:nvSpPr>
        <p:spPr>
          <a:ln/>
        </p:spPr>
      </p:sp>
      <p:sp>
        <p:nvSpPr>
          <p:cNvPr id="23556"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defRPr>
            </a:lvl1pPr>
            <a:lvl2pPr marL="742950" indent="-285750">
              <a:spcBef>
                <a:spcPct val="30000"/>
              </a:spcBef>
              <a:defRPr sz="1200">
                <a:solidFill>
                  <a:schemeClr val="tx1"/>
                </a:solidFill>
                <a:latin typeface="Arial" panose="020B0604020202020204" pitchFamily="34" charset="0"/>
              </a:defRPr>
            </a:lvl2pPr>
            <a:lvl3pPr marL="1143000" indent="-228600">
              <a:spcBef>
                <a:spcPct val="30000"/>
              </a:spcBef>
              <a:defRPr sz="1200">
                <a:solidFill>
                  <a:schemeClr val="tx1"/>
                </a:solidFill>
                <a:latin typeface="Arial" panose="020B0604020202020204" pitchFamily="34" charset="0"/>
              </a:defRPr>
            </a:lvl3pPr>
            <a:lvl4pPr marL="1600200" indent="-228600">
              <a:spcBef>
                <a:spcPct val="30000"/>
              </a:spcBef>
              <a:defRPr sz="1200">
                <a:solidFill>
                  <a:schemeClr val="tx1"/>
                </a:solidFill>
                <a:latin typeface="Arial" panose="020B0604020202020204" pitchFamily="34" charset="0"/>
              </a:defRPr>
            </a:lvl4pPr>
            <a:lvl5pPr marL="2057400" indent="-228600">
              <a:spcBef>
                <a:spcPct val="30000"/>
              </a:spcBef>
              <a:defRPr sz="1200">
                <a:solidFill>
                  <a:schemeClr val="tx1"/>
                </a:solidFill>
                <a:latin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defRPr>
            </a:lvl9pPr>
          </a:lstStyle>
          <a:p>
            <a:pPr>
              <a:spcBef>
                <a:spcPct val="0"/>
              </a:spcBef>
            </a:pPr>
            <a:fld id="{158A2AFD-142C-4B46-A91B-62B3646E7D85}" type="slidenum">
              <a:rPr lang="en-US" altLang="en-US" smtClean="0"/>
              <a:pPr>
                <a:spcBef>
                  <a:spcPct val="0"/>
                </a:spcBef>
              </a:pPr>
              <a:t>12</a:t>
            </a:fld>
            <a:endParaRPr lang="en-US" altLang="en-US"/>
          </a:p>
        </p:txBody>
      </p:sp>
      <p:sp>
        <p:nvSpPr>
          <p:cNvPr id="25603" name="Rectangle 2"/>
          <p:cNvSpPr>
            <a:spLocks noGrp="1" noRot="1" noChangeAspect="1" noChangeArrowheads="1" noTextEdit="1"/>
          </p:cNvSpPr>
          <p:nvPr>
            <p:ph type="sldImg"/>
          </p:nvPr>
        </p:nvSpPr>
        <p:spPr>
          <a:ln/>
        </p:spPr>
      </p:sp>
      <p:sp>
        <p:nvSpPr>
          <p:cNvPr id="2560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defRPr>
            </a:lvl1pPr>
            <a:lvl2pPr marL="742950" indent="-285750">
              <a:spcBef>
                <a:spcPct val="30000"/>
              </a:spcBef>
              <a:defRPr sz="1200">
                <a:solidFill>
                  <a:schemeClr val="tx1"/>
                </a:solidFill>
                <a:latin typeface="Arial" panose="020B0604020202020204" pitchFamily="34" charset="0"/>
              </a:defRPr>
            </a:lvl2pPr>
            <a:lvl3pPr marL="1143000" indent="-228600">
              <a:spcBef>
                <a:spcPct val="30000"/>
              </a:spcBef>
              <a:defRPr sz="1200">
                <a:solidFill>
                  <a:schemeClr val="tx1"/>
                </a:solidFill>
                <a:latin typeface="Arial" panose="020B0604020202020204" pitchFamily="34" charset="0"/>
              </a:defRPr>
            </a:lvl3pPr>
            <a:lvl4pPr marL="1600200" indent="-228600">
              <a:spcBef>
                <a:spcPct val="30000"/>
              </a:spcBef>
              <a:defRPr sz="1200">
                <a:solidFill>
                  <a:schemeClr val="tx1"/>
                </a:solidFill>
                <a:latin typeface="Arial" panose="020B0604020202020204" pitchFamily="34" charset="0"/>
              </a:defRPr>
            </a:lvl4pPr>
            <a:lvl5pPr marL="2057400" indent="-228600">
              <a:spcBef>
                <a:spcPct val="30000"/>
              </a:spcBef>
              <a:defRPr sz="1200">
                <a:solidFill>
                  <a:schemeClr val="tx1"/>
                </a:solidFill>
                <a:latin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defRPr>
            </a:lvl9pPr>
          </a:lstStyle>
          <a:p>
            <a:pPr>
              <a:spcBef>
                <a:spcPct val="0"/>
              </a:spcBef>
            </a:pPr>
            <a:fld id="{28B7672A-0670-4481-BF94-6CD1C6B0EBFD}" type="slidenum">
              <a:rPr lang="en-US" altLang="en-US" smtClean="0"/>
              <a:pPr>
                <a:spcBef>
                  <a:spcPct val="0"/>
                </a:spcBef>
              </a:pPr>
              <a:t>13</a:t>
            </a:fld>
            <a:endParaRPr lang="en-US" altLang="en-US"/>
          </a:p>
        </p:txBody>
      </p:sp>
      <p:sp>
        <p:nvSpPr>
          <p:cNvPr id="27651" name="Rectangle 2"/>
          <p:cNvSpPr>
            <a:spLocks noGrp="1" noRot="1" noChangeAspect="1" noChangeArrowheads="1" noTextEdit="1"/>
          </p:cNvSpPr>
          <p:nvPr>
            <p:ph type="sldImg"/>
          </p:nvPr>
        </p:nvSpPr>
        <p:spPr>
          <a:ln/>
        </p:spPr>
      </p:sp>
      <p:sp>
        <p:nvSpPr>
          <p:cNvPr id="27652"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defRPr>
            </a:lvl1pPr>
            <a:lvl2pPr marL="742950" indent="-285750">
              <a:spcBef>
                <a:spcPct val="30000"/>
              </a:spcBef>
              <a:defRPr sz="1200">
                <a:solidFill>
                  <a:schemeClr val="tx1"/>
                </a:solidFill>
                <a:latin typeface="Arial" panose="020B0604020202020204" pitchFamily="34" charset="0"/>
              </a:defRPr>
            </a:lvl2pPr>
            <a:lvl3pPr marL="1143000" indent="-228600">
              <a:spcBef>
                <a:spcPct val="30000"/>
              </a:spcBef>
              <a:defRPr sz="1200">
                <a:solidFill>
                  <a:schemeClr val="tx1"/>
                </a:solidFill>
                <a:latin typeface="Arial" panose="020B0604020202020204" pitchFamily="34" charset="0"/>
              </a:defRPr>
            </a:lvl3pPr>
            <a:lvl4pPr marL="1600200" indent="-228600">
              <a:spcBef>
                <a:spcPct val="30000"/>
              </a:spcBef>
              <a:defRPr sz="1200">
                <a:solidFill>
                  <a:schemeClr val="tx1"/>
                </a:solidFill>
                <a:latin typeface="Arial" panose="020B0604020202020204" pitchFamily="34" charset="0"/>
              </a:defRPr>
            </a:lvl4pPr>
            <a:lvl5pPr marL="2057400" indent="-228600">
              <a:spcBef>
                <a:spcPct val="30000"/>
              </a:spcBef>
              <a:defRPr sz="1200">
                <a:solidFill>
                  <a:schemeClr val="tx1"/>
                </a:solidFill>
                <a:latin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defRPr>
            </a:lvl9pPr>
          </a:lstStyle>
          <a:p>
            <a:pPr>
              <a:spcBef>
                <a:spcPct val="0"/>
              </a:spcBef>
            </a:pPr>
            <a:fld id="{1C2D7B3F-F5CA-416B-8407-49BE26972B52}" type="slidenum">
              <a:rPr lang="en-US" altLang="en-US" smtClean="0"/>
              <a:pPr>
                <a:spcBef>
                  <a:spcPct val="0"/>
                </a:spcBef>
              </a:pPr>
              <a:t>14</a:t>
            </a:fld>
            <a:endParaRPr lang="en-US" altLang="en-US"/>
          </a:p>
        </p:txBody>
      </p:sp>
      <p:sp>
        <p:nvSpPr>
          <p:cNvPr id="29699" name="Rectangle 2"/>
          <p:cNvSpPr>
            <a:spLocks noGrp="1" noRot="1" noChangeAspect="1" noChangeArrowheads="1" noTextEdit="1"/>
          </p:cNvSpPr>
          <p:nvPr>
            <p:ph type="sldImg"/>
          </p:nvPr>
        </p:nvSpPr>
        <p:spPr>
          <a:ln/>
        </p:spPr>
      </p:sp>
      <p:sp>
        <p:nvSpPr>
          <p:cNvPr id="29700"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defRPr>
            </a:lvl1pPr>
            <a:lvl2pPr marL="742950" indent="-285750">
              <a:spcBef>
                <a:spcPct val="30000"/>
              </a:spcBef>
              <a:defRPr sz="1200">
                <a:solidFill>
                  <a:schemeClr val="tx1"/>
                </a:solidFill>
                <a:latin typeface="Arial" panose="020B0604020202020204" pitchFamily="34" charset="0"/>
              </a:defRPr>
            </a:lvl2pPr>
            <a:lvl3pPr marL="1143000" indent="-228600">
              <a:spcBef>
                <a:spcPct val="30000"/>
              </a:spcBef>
              <a:defRPr sz="1200">
                <a:solidFill>
                  <a:schemeClr val="tx1"/>
                </a:solidFill>
                <a:latin typeface="Arial" panose="020B0604020202020204" pitchFamily="34" charset="0"/>
              </a:defRPr>
            </a:lvl3pPr>
            <a:lvl4pPr marL="1600200" indent="-228600">
              <a:spcBef>
                <a:spcPct val="30000"/>
              </a:spcBef>
              <a:defRPr sz="1200">
                <a:solidFill>
                  <a:schemeClr val="tx1"/>
                </a:solidFill>
                <a:latin typeface="Arial" panose="020B0604020202020204" pitchFamily="34" charset="0"/>
              </a:defRPr>
            </a:lvl4pPr>
            <a:lvl5pPr marL="2057400" indent="-228600">
              <a:spcBef>
                <a:spcPct val="30000"/>
              </a:spcBef>
              <a:defRPr sz="1200">
                <a:solidFill>
                  <a:schemeClr val="tx1"/>
                </a:solidFill>
                <a:latin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defRPr>
            </a:lvl9pPr>
          </a:lstStyle>
          <a:p>
            <a:pPr>
              <a:spcBef>
                <a:spcPct val="0"/>
              </a:spcBef>
            </a:pPr>
            <a:fld id="{E9AEC020-966F-4DC1-8C48-55C981AA97A9}" type="slidenum">
              <a:rPr lang="en-US" altLang="en-US" smtClean="0"/>
              <a:pPr>
                <a:spcBef>
                  <a:spcPct val="0"/>
                </a:spcBef>
              </a:pPr>
              <a:t>15</a:t>
            </a:fld>
            <a:endParaRPr lang="en-US" altLang="en-US"/>
          </a:p>
        </p:txBody>
      </p:sp>
      <p:sp>
        <p:nvSpPr>
          <p:cNvPr id="31747" name="Rectangle 2"/>
          <p:cNvSpPr>
            <a:spLocks noGrp="1" noRot="1" noChangeAspect="1" noChangeArrowheads="1" noTextEdit="1"/>
          </p:cNvSpPr>
          <p:nvPr>
            <p:ph type="sldImg"/>
          </p:nvPr>
        </p:nvSpPr>
        <p:spPr>
          <a:ln/>
        </p:spPr>
      </p:sp>
      <p:sp>
        <p:nvSpPr>
          <p:cNvPr id="3174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defRPr>
            </a:lvl1pPr>
            <a:lvl2pPr marL="742950" indent="-285750">
              <a:spcBef>
                <a:spcPct val="30000"/>
              </a:spcBef>
              <a:defRPr sz="1200">
                <a:solidFill>
                  <a:schemeClr val="tx1"/>
                </a:solidFill>
                <a:latin typeface="Arial" panose="020B0604020202020204" pitchFamily="34" charset="0"/>
              </a:defRPr>
            </a:lvl2pPr>
            <a:lvl3pPr marL="1143000" indent="-228600">
              <a:spcBef>
                <a:spcPct val="30000"/>
              </a:spcBef>
              <a:defRPr sz="1200">
                <a:solidFill>
                  <a:schemeClr val="tx1"/>
                </a:solidFill>
                <a:latin typeface="Arial" panose="020B0604020202020204" pitchFamily="34" charset="0"/>
              </a:defRPr>
            </a:lvl3pPr>
            <a:lvl4pPr marL="1600200" indent="-228600">
              <a:spcBef>
                <a:spcPct val="30000"/>
              </a:spcBef>
              <a:defRPr sz="1200">
                <a:solidFill>
                  <a:schemeClr val="tx1"/>
                </a:solidFill>
                <a:latin typeface="Arial" panose="020B0604020202020204" pitchFamily="34" charset="0"/>
              </a:defRPr>
            </a:lvl4pPr>
            <a:lvl5pPr marL="2057400" indent="-228600">
              <a:spcBef>
                <a:spcPct val="30000"/>
              </a:spcBef>
              <a:defRPr sz="1200">
                <a:solidFill>
                  <a:schemeClr val="tx1"/>
                </a:solidFill>
                <a:latin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defRPr>
            </a:lvl9pPr>
          </a:lstStyle>
          <a:p>
            <a:pPr>
              <a:spcBef>
                <a:spcPct val="0"/>
              </a:spcBef>
            </a:pPr>
            <a:fld id="{FD49124E-7A80-444F-B238-B607023EB6AB}" type="slidenum">
              <a:rPr lang="en-US" altLang="en-US" smtClean="0"/>
              <a:pPr>
                <a:spcBef>
                  <a:spcPct val="0"/>
                </a:spcBef>
              </a:pPr>
              <a:t>16</a:t>
            </a:fld>
            <a:endParaRPr lang="en-US" altLang="en-US"/>
          </a:p>
        </p:txBody>
      </p:sp>
      <p:sp>
        <p:nvSpPr>
          <p:cNvPr id="33795" name="Rectangle 2"/>
          <p:cNvSpPr>
            <a:spLocks noGrp="1" noRot="1" noChangeAspect="1" noChangeArrowheads="1" noTextEdit="1"/>
          </p:cNvSpPr>
          <p:nvPr>
            <p:ph type="sldImg"/>
          </p:nvPr>
        </p:nvSpPr>
        <p:spPr>
          <a:ln/>
        </p:spPr>
      </p:sp>
      <p:sp>
        <p:nvSpPr>
          <p:cNvPr id="33796"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defRPr>
            </a:lvl1pPr>
            <a:lvl2pPr marL="742950" indent="-285750">
              <a:spcBef>
                <a:spcPct val="30000"/>
              </a:spcBef>
              <a:defRPr sz="1200">
                <a:solidFill>
                  <a:schemeClr val="tx1"/>
                </a:solidFill>
                <a:latin typeface="Arial" panose="020B0604020202020204" pitchFamily="34" charset="0"/>
              </a:defRPr>
            </a:lvl2pPr>
            <a:lvl3pPr marL="1143000" indent="-228600">
              <a:spcBef>
                <a:spcPct val="30000"/>
              </a:spcBef>
              <a:defRPr sz="1200">
                <a:solidFill>
                  <a:schemeClr val="tx1"/>
                </a:solidFill>
                <a:latin typeface="Arial" panose="020B0604020202020204" pitchFamily="34" charset="0"/>
              </a:defRPr>
            </a:lvl3pPr>
            <a:lvl4pPr marL="1600200" indent="-228600">
              <a:spcBef>
                <a:spcPct val="30000"/>
              </a:spcBef>
              <a:defRPr sz="1200">
                <a:solidFill>
                  <a:schemeClr val="tx1"/>
                </a:solidFill>
                <a:latin typeface="Arial" panose="020B0604020202020204" pitchFamily="34" charset="0"/>
              </a:defRPr>
            </a:lvl4pPr>
            <a:lvl5pPr marL="2057400" indent="-228600">
              <a:spcBef>
                <a:spcPct val="30000"/>
              </a:spcBef>
              <a:defRPr sz="1200">
                <a:solidFill>
                  <a:schemeClr val="tx1"/>
                </a:solidFill>
                <a:latin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defRPr>
            </a:lvl9pPr>
          </a:lstStyle>
          <a:p>
            <a:pPr>
              <a:spcBef>
                <a:spcPct val="0"/>
              </a:spcBef>
            </a:pPr>
            <a:fld id="{88899407-B0C9-4160-82D1-F79D6B4B02E0}" type="slidenum">
              <a:rPr lang="en-US" altLang="en-US" smtClean="0"/>
              <a:pPr>
                <a:spcBef>
                  <a:spcPct val="0"/>
                </a:spcBef>
              </a:pPr>
              <a:t>17</a:t>
            </a:fld>
            <a:endParaRPr lang="en-US" altLang="en-US"/>
          </a:p>
        </p:txBody>
      </p:sp>
      <p:sp>
        <p:nvSpPr>
          <p:cNvPr id="35843" name="Rectangle 2"/>
          <p:cNvSpPr>
            <a:spLocks noGrp="1" noRot="1" noChangeAspect="1" noChangeArrowheads="1" noTextEdit="1"/>
          </p:cNvSpPr>
          <p:nvPr>
            <p:ph type="sldImg"/>
          </p:nvPr>
        </p:nvSpPr>
        <p:spPr>
          <a:ln/>
        </p:spPr>
      </p:sp>
      <p:sp>
        <p:nvSpPr>
          <p:cNvPr id="3584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defRPr>
            </a:lvl1pPr>
            <a:lvl2pPr marL="742950" indent="-285750">
              <a:spcBef>
                <a:spcPct val="30000"/>
              </a:spcBef>
              <a:defRPr sz="1200">
                <a:solidFill>
                  <a:schemeClr val="tx1"/>
                </a:solidFill>
                <a:latin typeface="Arial" panose="020B0604020202020204" pitchFamily="34" charset="0"/>
              </a:defRPr>
            </a:lvl2pPr>
            <a:lvl3pPr marL="1143000" indent="-228600">
              <a:spcBef>
                <a:spcPct val="30000"/>
              </a:spcBef>
              <a:defRPr sz="1200">
                <a:solidFill>
                  <a:schemeClr val="tx1"/>
                </a:solidFill>
                <a:latin typeface="Arial" panose="020B0604020202020204" pitchFamily="34" charset="0"/>
              </a:defRPr>
            </a:lvl3pPr>
            <a:lvl4pPr marL="1600200" indent="-228600">
              <a:spcBef>
                <a:spcPct val="30000"/>
              </a:spcBef>
              <a:defRPr sz="1200">
                <a:solidFill>
                  <a:schemeClr val="tx1"/>
                </a:solidFill>
                <a:latin typeface="Arial" panose="020B0604020202020204" pitchFamily="34" charset="0"/>
              </a:defRPr>
            </a:lvl4pPr>
            <a:lvl5pPr marL="2057400" indent="-228600">
              <a:spcBef>
                <a:spcPct val="30000"/>
              </a:spcBef>
              <a:defRPr sz="1200">
                <a:solidFill>
                  <a:schemeClr val="tx1"/>
                </a:solidFill>
                <a:latin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defRPr>
            </a:lvl9pPr>
          </a:lstStyle>
          <a:p>
            <a:pPr>
              <a:spcBef>
                <a:spcPct val="0"/>
              </a:spcBef>
            </a:pPr>
            <a:fld id="{165A9630-9991-4FA5-B35C-42393B5D49BA}" type="slidenum">
              <a:rPr lang="en-US" altLang="en-US" smtClean="0"/>
              <a:pPr>
                <a:spcBef>
                  <a:spcPct val="0"/>
                </a:spcBef>
              </a:pPr>
              <a:t>18</a:t>
            </a:fld>
            <a:endParaRPr lang="en-US" altLang="en-US"/>
          </a:p>
        </p:txBody>
      </p:sp>
      <p:sp>
        <p:nvSpPr>
          <p:cNvPr id="37891" name="Rectangle 2"/>
          <p:cNvSpPr>
            <a:spLocks noGrp="1" noRot="1" noChangeAspect="1" noChangeArrowheads="1" noTextEdit="1"/>
          </p:cNvSpPr>
          <p:nvPr>
            <p:ph type="sldImg"/>
          </p:nvPr>
        </p:nvSpPr>
        <p:spPr>
          <a:ln/>
        </p:spPr>
      </p:sp>
      <p:sp>
        <p:nvSpPr>
          <p:cNvPr id="37892"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defRPr>
            </a:lvl1pPr>
            <a:lvl2pPr marL="742950" indent="-285750">
              <a:spcBef>
                <a:spcPct val="30000"/>
              </a:spcBef>
              <a:defRPr sz="1200">
                <a:solidFill>
                  <a:schemeClr val="tx1"/>
                </a:solidFill>
                <a:latin typeface="Arial" panose="020B0604020202020204" pitchFamily="34" charset="0"/>
              </a:defRPr>
            </a:lvl2pPr>
            <a:lvl3pPr marL="1143000" indent="-228600">
              <a:spcBef>
                <a:spcPct val="30000"/>
              </a:spcBef>
              <a:defRPr sz="1200">
                <a:solidFill>
                  <a:schemeClr val="tx1"/>
                </a:solidFill>
                <a:latin typeface="Arial" panose="020B0604020202020204" pitchFamily="34" charset="0"/>
              </a:defRPr>
            </a:lvl3pPr>
            <a:lvl4pPr marL="1600200" indent="-228600">
              <a:spcBef>
                <a:spcPct val="30000"/>
              </a:spcBef>
              <a:defRPr sz="1200">
                <a:solidFill>
                  <a:schemeClr val="tx1"/>
                </a:solidFill>
                <a:latin typeface="Arial" panose="020B0604020202020204" pitchFamily="34" charset="0"/>
              </a:defRPr>
            </a:lvl4pPr>
            <a:lvl5pPr marL="2057400" indent="-228600">
              <a:spcBef>
                <a:spcPct val="30000"/>
              </a:spcBef>
              <a:defRPr sz="1200">
                <a:solidFill>
                  <a:schemeClr val="tx1"/>
                </a:solidFill>
                <a:latin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defRPr>
            </a:lvl9pPr>
          </a:lstStyle>
          <a:p>
            <a:pPr>
              <a:spcBef>
                <a:spcPct val="0"/>
              </a:spcBef>
            </a:pPr>
            <a:fld id="{0E1940D8-8982-47D2-B8AB-12C307FE9561}" type="slidenum">
              <a:rPr lang="en-US" altLang="en-US" smtClean="0"/>
              <a:pPr>
                <a:spcBef>
                  <a:spcPct val="0"/>
                </a:spcBef>
              </a:pPr>
              <a:t>19</a:t>
            </a:fld>
            <a:endParaRPr lang="en-US" altLang="en-US"/>
          </a:p>
        </p:txBody>
      </p:sp>
      <p:sp>
        <p:nvSpPr>
          <p:cNvPr id="39939" name="Rectangle 2"/>
          <p:cNvSpPr>
            <a:spLocks noGrp="1" noRot="1" noChangeAspect="1" noChangeArrowheads="1" noTextEdit="1"/>
          </p:cNvSpPr>
          <p:nvPr>
            <p:ph type="sldImg"/>
          </p:nvPr>
        </p:nvSpPr>
        <p:spPr>
          <a:ln/>
        </p:spPr>
      </p:sp>
      <p:sp>
        <p:nvSpPr>
          <p:cNvPr id="39940"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defRPr>
            </a:lvl1pPr>
            <a:lvl2pPr marL="742950" indent="-285750">
              <a:spcBef>
                <a:spcPct val="30000"/>
              </a:spcBef>
              <a:defRPr sz="1200">
                <a:solidFill>
                  <a:schemeClr val="tx1"/>
                </a:solidFill>
                <a:latin typeface="Arial" panose="020B0604020202020204" pitchFamily="34" charset="0"/>
              </a:defRPr>
            </a:lvl2pPr>
            <a:lvl3pPr marL="1143000" indent="-228600">
              <a:spcBef>
                <a:spcPct val="30000"/>
              </a:spcBef>
              <a:defRPr sz="1200">
                <a:solidFill>
                  <a:schemeClr val="tx1"/>
                </a:solidFill>
                <a:latin typeface="Arial" panose="020B0604020202020204" pitchFamily="34" charset="0"/>
              </a:defRPr>
            </a:lvl3pPr>
            <a:lvl4pPr marL="1600200" indent="-228600">
              <a:spcBef>
                <a:spcPct val="30000"/>
              </a:spcBef>
              <a:defRPr sz="1200">
                <a:solidFill>
                  <a:schemeClr val="tx1"/>
                </a:solidFill>
                <a:latin typeface="Arial" panose="020B0604020202020204" pitchFamily="34" charset="0"/>
              </a:defRPr>
            </a:lvl4pPr>
            <a:lvl5pPr marL="2057400" indent="-228600">
              <a:spcBef>
                <a:spcPct val="30000"/>
              </a:spcBef>
              <a:defRPr sz="1200">
                <a:solidFill>
                  <a:schemeClr val="tx1"/>
                </a:solidFill>
                <a:latin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defRPr>
            </a:lvl9pPr>
          </a:lstStyle>
          <a:p>
            <a:pPr>
              <a:spcBef>
                <a:spcPct val="0"/>
              </a:spcBef>
            </a:pPr>
            <a:fld id="{8C745855-70A0-43D8-9CBB-69F620392CCB}" type="slidenum">
              <a:rPr lang="en-US" altLang="en-US" smtClean="0"/>
              <a:pPr>
                <a:spcBef>
                  <a:spcPct val="0"/>
                </a:spcBef>
              </a:pPr>
              <a:t>20</a:t>
            </a:fld>
            <a:endParaRPr lang="en-US" altLang="en-US"/>
          </a:p>
        </p:txBody>
      </p:sp>
      <p:sp>
        <p:nvSpPr>
          <p:cNvPr id="41987" name="Rectangle 2"/>
          <p:cNvSpPr>
            <a:spLocks noGrp="1" noRot="1" noChangeAspect="1" noChangeArrowheads="1" noTextEdit="1"/>
          </p:cNvSpPr>
          <p:nvPr>
            <p:ph type="sldImg"/>
          </p:nvPr>
        </p:nvSpPr>
        <p:spPr>
          <a:ln/>
        </p:spPr>
      </p:sp>
      <p:sp>
        <p:nvSpPr>
          <p:cNvPr id="4198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defRPr>
            </a:lvl1pPr>
            <a:lvl2pPr marL="742950" indent="-285750">
              <a:spcBef>
                <a:spcPct val="30000"/>
              </a:spcBef>
              <a:defRPr sz="1200">
                <a:solidFill>
                  <a:schemeClr val="tx1"/>
                </a:solidFill>
                <a:latin typeface="Arial" panose="020B0604020202020204" pitchFamily="34" charset="0"/>
              </a:defRPr>
            </a:lvl2pPr>
            <a:lvl3pPr marL="1143000" indent="-228600">
              <a:spcBef>
                <a:spcPct val="30000"/>
              </a:spcBef>
              <a:defRPr sz="1200">
                <a:solidFill>
                  <a:schemeClr val="tx1"/>
                </a:solidFill>
                <a:latin typeface="Arial" panose="020B0604020202020204" pitchFamily="34" charset="0"/>
              </a:defRPr>
            </a:lvl3pPr>
            <a:lvl4pPr marL="1600200" indent="-228600">
              <a:spcBef>
                <a:spcPct val="30000"/>
              </a:spcBef>
              <a:defRPr sz="1200">
                <a:solidFill>
                  <a:schemeClr val="tx1"/>
                </a:solidFill>
                <a:latin typeface="Arial" panose="020B0604020202020204" pitchFamily="34" charset="0"/>
              </a:defRPr>
            </a:lvl4pPr>
            <a:lvl5pPr marL="2057400" indent="-228600">
              <a:spcBef>
                <a:spcPct val="30000"/>
              </a:spcBef>
              <a:defRPr sz="1200">
                <a:solidFill>
                  <a:schemeClr val="tx1"/>
                </a:solidFill>
                <a:latin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defRPr>
            </a:lvl9pPr>
          </a:lstStyle>
          <a:p>
            <a:pPr>
              <a:spcBef>
                <a:spcPct val="0"/>
              </a:spcBef>
            </a:pPr>
            <a:fld id="{2B14B7DF-5426-4AC0-8B59-932381B35289}" type="slidenum">
              <a:rPr lang="en-US" altLang="en-US" smtClean="0"/>
              <a:pPr>
                <a:spcBef>
                  <a:spcPct val="0"/>
                </a:spcBef>
              </a:pPr>
              <a:t>21</a:t>
            </a:fld>
            <a:endParaRPr lang="en-US" altLang="en-US"/>
          </a:p>
        </p:txBody>
      </p:sp>
      <p:sp>
        <p:nvSpPr>
          <p:cNvPr id="44035" name="Rectangle 2"/>
          <p:cNvSpPr>
            <a:spLocks noGrp="1" noRot="1" noChangeAspect="1" noChangeArrowheads="1" noTextEdit="1"/>
          </p:cNvSpPr>
          <p:nvPr>
            <p:ph type="sldImg"/>
          </p:nvPr>
        </p:nvSpPr>
        <p:spPr>
          <a:ln/>
        </p:spPr>
      </p:sp>
      <p:sp>
        <p:nvSpPr>
          <p:cNvPr id="44036"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defRPr>
            </a:lvl1pPr>
            <a:lvl2pPr marL="742950" indent="-285750">
              <a:spcBef>
                <a:spcPct val="30000"/>
              </a:spcBef>
              <a:defRPr sz="1200">
                <a:solidFill>
                  <a:schemeClr val="tx1"/>
                </a:solidFill>
                <a:latin typeface="Arial" panose="020B0604020202020204" pitchFamily="34" charset="0"/>
              </a:defRPr>
            </a:lvl2pPr>
            <a:lvl3pPr marL="1143000" indent="-228600">
              <a:spcBef>
                <a:spcPct val="30000"/>
              </a:spcBef>
              <a:defRPr sz="1200">
                <a:solidFill>
                  <a:schemeClr val="tx1"/>
                </a:solidFill>
                <a:latin typeface="Arial" panose="020B0604020202020204" pitchFamily="34" charset="0"/>
              </a:defRPr>
            </a:lvl3pPr>
            <a:lvl4pPr marL="1600200" indent="-228600">
              <a:spcBef>
                <a:spcPct val="30000"/>
              </a:spcBef>
              <a:defRPr sz="1200">
                <a:solidFill>
                  <a:schemeClr val="tx1"/>
                </a:solidFill>
                <a:latin typeface="Arial" panose="020B0604020202020204" pitchFamily="34" charset="0"/>
              </a:defRPr>
            </a:lvl4pPr>
            <a:lvl5pPr marL="2057400" indent="-228600">
              <a:spcBef>
                <a:spcPct val="30000"/>
              </a:spcBef>
              <a:defRPr sz="1200">
                <a:solidFill>
                  <a:schemeClr val="tx1"/>
                </a:solidFill>
                <a:latin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defRPr>
            </a:lvl9pPr>
          </a:lstStyle>
          <a:p>
            <a:pPr>
              <a:spcBef>
                <a:spcPct val="0"/>
              </a:spcBef>
            </a:pPr>
            <a:fld id="{53685E6E-DF6C-4D3F-92E0-AEDD5ECE5114}" type="slidenum">
              <a:rPr lang="en-US" altLang="en-US" smtClean="0"/>
              <a:pPr>
                <a:spcBef>
                  <a:spcPct val="0"/>
                </a:spcBef>
              </a:pPr>
              <a:t>22</a:t>
            </a:fld>
            <a:endParaRPr lang="en-US" altLang="en-US"/>
          </a:p>
        </p:txBody>
      </p:sp>
      <p:sp>
        <p:nvSpPr>
          <p:cNvPr id="46083" name="Rectangle 1026"/>
          <p:cNvSpPr>
            <a:spLocks noGrp="1" noRot="1" noChangeAspect="1" noChangeArrowheads="1" noTextEdit="1"/>
          </p:cNvSpPr>
          <p:nvPr>
            <p:ph type="sldImg"/>
          </p:nvPr>
        </p:nvSpPr>
        <p:spPr>
          <a:ln/>
        </p:spPr>
      </p:sp>
      <p:sp>
        <p:nvSpPr>
          <p:cNvPr id="46084" name="Rectangle 1027"/>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Arial" panose="020B0604020202020204" pitchFamily="34" charset="0"/>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defRPr>
            </a:lvl1pPr>
            <a:lvl2pPr marL="742950" indent="-285750">
              <a:spcBef>
                <a:spcPct val="30000"/>
              </a:spcBef>
              <a:defRPr sz="1200">
                <a:solidFill>
                  <a:schemeClr val="tx1"/>
                </a:solidFill>
                <a:latin typeface="Arial" panose="020B0604020202020204" pitchFamily="34" charset="0"/>
              </a:defRPr>
            </a:lvl2pPr>
            <a:lvl3pPr marL="1143000" indent="-228600">
              <a:spcBef>
                <a:spcPct val="30000"/>
              </a:spcBef>
              <a:defRPr sz="1200">
                <a:solidFill>
                  <a:schemeClr val="tx1"/>
                </a:solidFill>
                <a:latin typeface="Arial" panose="020B0604020202020204" pitchFamily="34" charset="0"/>
              </a:defRPr>
            </a:lvl3pPr>
            <a:lvl4pPr marL="1600200" indent="-228600">
              <a:spcBef>
                <a:spcPct val="30000"/>
              </a:spcBef>
              <a:defRPr sz="1200">
                <a:solidFill>
                  <a:schemeClr val="tx1"/>
                </a:solidFill>
                <a:latin typeface="Arial" panose="020B0604020202020204" pitchFamily="34" charset="0"/>
              </a:defRPr>
            </a:lvl4pPr>
            <a:lvl5pPr marL="2057400" indent="-228600">
              <a:spcBef>
                <a:spcPct val="30000"/>
              </a:spcBef>
              <a:defRPr sz="1200">
                <a:solidFill>
                  <a:schemeClr val="tx1"/>
                </a:solidFill>
                <a:latin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defRPr>
            </a:lvl9pPr>
          </a:lstStyle>
          <a:p>
            <a:pPr>
              <a:spcBef>
                <a:spcPct val="0"/>
              </a:spcBef>
            </a:pPr>
            <a:fld id="{48EE23B4-4DBA-445C-AB8F-2146608CA371}" type="slidenum">
              <a:rPr lang="en-US" altLang="en-US" smtClean="0"/>
              <a:pPr>
                <a:spcBef>
                  <a:spcPct val="0"/>
                </a:spcBef>
              </a:pPr>
              <a:t>23</a:t>
            </a:fld>
            <a:endParaRPr lang="en-US" altLang="en-US"/>
          </a:p>
        </p:txBody>
      </p:sp>
      <p:sp>
        <p:nvSpPr>
          <p:cNvPr id="48131" name="Rectangle 2"/>
          <p:cNvSpPr>
            <a:spLocks noGrp="1" noRot="1" noChangeAspect="1" noChangeArrowheads="1" noTextEdit="1"/>
          </p:cNvSpPr>
          <p:nvPr>
            <p:ph type="sldImg"/>
          </p:nvPr>
        </p:nvSpPr>
        <p:spPr>
          <a:ln/>
        </p:spPr>
      </p:sp>
      <p:sp>
        <p:nvSpPr>
          <p:cNvPr id="48132"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Arial" panose="020B0604020202020204" pitchFamily="34" charset="0"/>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defRPr>
            </a:lvl1pPr>
            <a:lvl2pPr marL="742950" indent="-285750">
              <a:spcBef>
                <a:spcPct val="30000"/>
              </a:spcBef>
              <a:defRPr sz="1200">
                <a:solidFill>
                  <a:schemeClr val="tx1"/>
                </a:solidFill>
                <a:latin typeface="Arial" panose="020B0604020202020204" pitchFamily="34" charset="0"/>
              </a:defRPr>
            </a:lvl2pPr>
            <a:lvl3pPr marL="1143000" indent="-228600">
              <a:spcBef>
                <a:spcPct val="30000"/>
              </a:spcBef>
              <a:defRPr sz="1200">
                <a:solidFill>
                  <a:schemeClr val="tx1"/>
                </a:solidFill>
                <a:latin typeface="Arial" panose="020B0604020202020204" pitchFamily="34" charset="0"/>
              </a:defRPr>
            </a:lvl3pPr>
            <a:lvl4pPr marL="1600200" indent="-228600">
              <a:spcBef>
                <a:spcPct val="30000"/>
              </a:spcBef>
              <a:defRPr sz="1200">
                <a:solidFill>
                  <a:schemeClr val="tx1"/>
                </a:solidFill>
                <a:latin typeface="Arial" panose="020B0604020202020204" pitchFamily="34" charset="0"/>
              </a:defRPr>
            </a:lvl4pPr>
            <a:lvl5pPr marL="2057400" indent="-228600">
              <a:spcBef>
                <a:spcPct val="30000"/>
              </a:spcBef>
              <a:defRPr sz="1200">
                <a:solidFill>
                  <a:schemeClr val="tx1"/>
                </a:solidFill>
                <a:latin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defRPr>
            </a:lvl9pPr>
          </a:lstStyle>
          <a:p>
            <a:pPr>
              <a:spcBef>
                <a:spcPct val="0"/>
              </a:spcBef>
            </a:pPr>
            <a:fld id="{BCBD64FD-B228-45AC-9D30-5C1D80556108}" type="slidenum">
              <a:rPr lang="en-US" altLang="en-US" smtClean="0"/>
              <a:pPr>
                <a:spcBef>
                  <a:spcPct val="0"/>
                </a:spcBef>
              </a:pPr>
              <a:t>24</a:t>
            </a:fld>
            <a:endParaRPr lang="en-US" altLang="en-US"/>
          </a:p>
        </p:txBody>
      </p:sp>
      <p:sp>
        <p:nvSpPr>
          <p:cNvPr id="50179" name="Rectangle 2"/>
          <p:cNvSpPr>
            <a:spLocks noGrp="1" noRot="1" noChangeAspect="1" noChangeArrowheads="1" noTextEdit="1"/>
          </p:cNvSpPr>
          <p:nvPr>
            <p:ph type="sldImg"/>
          </p:nvPr>
        </p:nvSpPr>
        <p:spPr>
          <a:ln/>
        </p:spPr>
      </p:sp>
      <p:sp>
        <p:nvSpPr>
          <p:cNvPr id="50180"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Arial" panose="020B0604020202020204" pitchFamily="34" charset="0"/>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defRPr>
            </a:lvl1pPr>
            <a:lvl2pPr marL="742950" indent="-285750">
              <a:spcBef>
                <a:spcPct val="30000"/>
              </a:spcBef>
              <a:defRPr sz="1200">
                <a:solidFill>
                  <a:schemeClr val="tx1"/>
                </a:solidFill>
                <a:latin typeface="Arial" panose="020B0604020202020204" pitchFamily="34" charset="0"/>
              </a:defRPr>
            </a:lvl2pPr>
            <a:lvl3pPr marL="1143000" indent="-228600">
              <a:spcBef>
                <a:spcPct val="30000"/>
              </a:spcBef>
              <a:defRPr sz="1200">
                <a:solidFill>
                  <a:schemeClr val="tx1"/>
                </a:solidFill>
                <a:latin typeface="Arial" panose="020B0604020202020204" pitchFamily="34" charset="0"/>
              </a:defRPr>
            </a:lvl3pPr>
            <a:lvl4pPr marL="1600200" indent="-228600">
              <a:spcBef>
                <a:spcPct val="30000"/>
              </a:spcBef>
              <a:defRPr sz="1200">
                <a:solidFill>
                  <a:schemeClr val="tx1"/>
                </a:solidFill>
                <a:latin typeface="Arial" panose="020B0604020202020204" pitchFamily="34" charset="0"/>
              </a:defRPr>
            </a:lvl4pPr>
            <a:lvl5pPr marL="2057400" indent="-228600">
              <a:spcBef>
                <a:spcPct val="30000"/>
              </a:spcBef>
              <a:defRPr sz="1200">
                <a:solidFill>
                  <a:schemeClr val="tx1"/>
                </a:solidFill>
                <a:latin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defRPr>
            </a:lvl9pPr>
          </a:lstStyle>
          <a:p>
            <a:pPr>
              <a:spcBef>
                <a:spcPct val="0"/>
              </a:spcBef>
            </a:pPr>
            <a:fld id="{E7839449-F50F-4720-B674-008A37DF0E6E}" type="slidenum">
              <a:rPr lang="en-US" altLang="en-US" smtClean="0"/>
              <a:pPr>
                <a:spcBef>
                  <a:spcPct val="0"/>
                </a:spcBef>
              </a:pPr>
              <a:t>25</a:t>
            </a:fld>
            <a:endParaRPr lang="en-US" altLang="en-US"/>
          </a:p>
        </p:txBody>
      </p:sp>
      <p:sp>
        <p:nvSpPr>
          <p:cNvPr id="52227" name="Rectangle 2"/>
          <p:cNvSpPr>
            <a:spLocks noGrp="1" noRot="1" noChangeAspect="1" noChangeArrowheads="1" noTextEdit="1"/>
          </p:cNvSpPr>
          <p:nvPr>
            <p:ph type="sldImg"/>
          </p:nvPr>
        </p:nvSpPr>
        <p:spPr>
          <a:ln/>
        </p:spPr>
      </p:sp>
      <p:sp>
        <p:nvSpPr>
          <p:cNvPr id="5222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Arial" panose="020B0604020202020204" pitchFamily="34" charset="0"/>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defRPr>
            </a:lvl1pPr>
            <a:lvl2pPr marL="742950" indent="-285750">
              <a:spcBef>
                <a:spcPct val="30000"/>
              </a:spcBef>
              <a:defRPr sz="1200">
                <a:solidFill>
                  <a:schemeClr val="tx1"/>
                </a:solidFill>
                <a:latin typeface="Arial" panose="020B0604020202020204" pitchFamily="34" charset="0"/>
              </a:defRPr>
            </a:lvl2pPr>
            <a:lvl3pPr marL="1143000" indent="-228600">
              <a:spcBef>
                <a:spcPct val="30000"/>
              </a:spcBef>
              <a:defRPr sz="1200">
                <a:solidFill>
                  <a:schemeClr val="tx1"/>
                </a:solidFill>
                <a:latin typeface="Arial" panose="020B0604020202020204" pitchFamily="34" charset="0"/>
              </a:defRPr>
            </a:lvl3pPr>
            <a:lvl4pPr marL="1600200" indent="-228600">
              <a:spcBef>
                <a:spcPct val="30000"/>
              </a:spcBef>
              <a:defRPr sz="1200">
                <a:solidFill>
                  <a:schemeClr val="tx1"/>
                </a:solidFill>
                <a:latin typeface="Arial" panose="020B0604020202020204" pitchFamily="34" charset="0"/>
              </a:defRPr>
            </a:lvl4pPr>
            <a:lvl5pPr marL="2057400" indent="-228600">
              <a:spcBef>
                <a:spcPct val="30000"/>
              </a:spcBef>
              <a:defRPr sz="1200">
                <a:solidFill>
                  <a:schemeClr val="tx1"/>
                </a:solidFill>
                <a:latin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defRPr>
            </a:lvl9pPr>
          </a:lstStyle>
          <a:p>
            <a:pPr>
              <a:spcBef>
                <a:spcPct val="0"/>
              </a:spcBef>
            </a:pPr>
            <a:fld id="{BF1E2AA3-8F87-4FD4-8077-C26D686947CD}" type="slidenum">
              <a:rPr lang="en-US" altLang="en-US" smtClean="0"/>
              <a:pPr>
                <a:spcBef>
                  <a:spcPct val="0"/>
                </a:spcBef>
              </a:pPr>
              <a:t>26</a:t>
            </a:fld>
            <a:endParaRPr lang="en-US" altLang="en-US"/>
          </a:p>
        </p:txBody>
      </p:sp>
      <p:sp>
        <p:nvSpPr>
          <p:cNvPr id="54275" name="Rectangle 2"/>
          <p:cNvSpPr>
            <a:spLocks noGrp="1" noRot="1" noChangeAspect="1" noChangeArrowheads="1" noTextEdit="1"/>
          </p:cNvSpPr>
          <p:nvPr>
            <p:ph type="sldImg"/>
          </p:nvPr>
        </p:nvSpPr>
        <p:spPr>
          <a:solidFill>
            <a:srgbClr val="FFFFFF"/>
          </a:solidFill>
          <a:ln/>
        </p:spPr>
      </p:sp>
      <p:sp>
        <p:nvSpPr>
          <p:cNvPr id="54276" name="Rectangle 3"/>
          <p:cNvSpPr>
            <a:spLocks noGrp="1" noChangeArrowheads="1"/>
          </p:cNvSpPr>
          <p:nvPr>
            <p:ph type="body" idx="1"/>
          </p:nvPr>
        </p:nvSpPr>
        <p:spPr>
          <a:solidFill>
            <a:srgbClr val="FFFFFF"/>
          </a:solidFill>
          <a:ln>
            <a:solidFill>
              <a:srgbClr val="000000"/>
            </a:solidFill>
          </a:ln>
        </p:spPr>
        <p:txBody>
          <a:bodyPr/>
          <a:lstStyle/>
          <a:p>
            <a:endParaRPr lang="en-US" altLang="en-US">
              <a:latin typeface="Arial" panose="020B0604020202020204" pitchFamily="34" charset="0"/>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defRPr>
            </a:lvl1pPr>
            <a:lvl2pPr marL="742950" indent="-285750">
              <a:spcBef>
                <a:spcPct val="30000"/>
              </a:spcBef>
              <a:defRPr sz="1200">
                <a:solidFill>
                  <a:schemeClr val="tx1"/>
                </a:solidFill>
                <a:latin typeface="Arial" panose="020B0604020202020204" pitchFamily="34" charset="0"/>
              </a:defRPr>
            </a:lvl2pPr>
            <a:lvl3pPr marL="1143000" indent="-228600">
              <a:spcBef>
                <a:spcPct val="30000"/>
              </a:spcBef>
              <a:defRPr sz="1200">
                <a:solidFill>
                  <a:schemeClr val="tx1"/>
                </a:solidFill>
                <a:latin typeface="Arial" panose="020B0604020202020204" pitchFamily="34" charset="0"/>
              </a:defRPr>
            </a:lvl3pPr>
            <a:lvl4pPr marL="1600200" indent="-228600">
              <a:spcBef>
                <a:spcPct val="30000"/>
              </a:spcBef>
              <a:defRPr sz="1200">
                <a:solidFill>
                  <a:schemeClr val="tx1"/>
                </a:solidFill>
                <a:latin typeface="Arial" panose="020B0604020202020204" pitchFamily="34" charset="0"/>
              </a:defRPr>
            </a:lvl4pPr>
            <a:lvl5pPr marL="2057400" indent="-228600">
              <a:spcBef>
                <a:spcPct val="30000"/>
              </a:spcBef>
              <a:defRPr sz="1200">
                <a:solidFill>
                  <a:schemeClr val="tx1"/>
                </a:solidFill>
                <a:latin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defRPr>
            </a:lvl9pPr>
          </a:lstStyle>
          <a:p>
            <a:pPr>
              <a:spcBef>
                <a:spcPct val="0"/>
              </a:spcBef>
            </a:pPr>
            <a:fld id="{7D53203D-C469-4A3F-8C2F-F53B0CE10AC2}" type="slidenum">
              <a:rPr lang="en-US" altLang="en-US" smtClean="0"/>
              <a:pPr>
                <a:spcBef>
                  <a:spcPct val="0"/>
                </a:spcBef>
              </a:pPr>
              <a:t>27</a:t>
            </a:fld>
            <a:endParaRPr lang="en-US" altLang="en-US"/>
          </a:p>
        </p:txBody>
      </p:sp>
      <p:sp>
        <p:nvSpPr>
          <p:cNvPr id="56323" name="Rectangle 2"/>
          <p:cNvSpPr>
            <a:spLocks noGrp="1" noRot="1" noChangeAspect="1" noChangeArrowheads="1" noTextEdit="1"/>
          </p:cNvSpPr>
          <p:nvPr>
            <p:ph type="sldImg"/>
          </p:nvPr>
        </p:nvSpPr>
        <p:spPr>
          <a:solidFill>
            <a:srgbClr val="FFFFFF"/>
          </a:solidFill>
          <a:ln/>
        </p:spPr>
      </p:sp>
      <p:sp>
        <p:nvSpPr>
          <p:cNvPr id="56324" name="Rectangle 3"/>
          <p:cNvSpPr>
            <a:spLocks noGrp="1" noChangeArrowheads="1"/>
          </p:cNvSpPr>
          <p:nvPr>
            <p:ph type="body" idx="1"/>
          </p:nvPr>
        </p:nvSpPr>
        <p:spPr>
          <a:solidFill>
            <a:srgbClr val="FFFFFF"/>
          </a:solidFill>
          <a:ln>
            <a:solidFill>
              <a:srgbClr val="000000"/>
            </a:solidFill>
          </a:ln>
        </p:spPr>
        <p:txBody>
          <a:bodyPr/>
          <a:lstStyle/>
          <a:p>
            <a:endParaRPr lang="en-US" altLang="en-US">
              <a:latin typeface="Arial" panose="020B0604020202020204" pitchFamily="34" charset="0"/>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defRPr>
            </a:lvl1pPr>
            <a:lvl2pPr marL="742950" indent="-285750">
              <a:spcBef>
                <a:spcPct val="30000"/>
              </a:spcBef>
              <a:defRPr sz="1200">
                <a:solidFill>
                  <a:schemeClr val="tx1"/>
                </a:solidFill>
                <a:latin typeface="Arial" panose="020B0604020202020204" pitchFamily="34" charset="0"/>
              </a:defRPr>
            </a:lvl2pPr>
            <a:lvl3pPr marL="1143000" indent="-228600">
              <a:spcBef>
                <a:spcPct val="30000"/>
              </a:spcBef>
              <a:defRPr sz="1200">
                <a:solidFill>
                  <a:schemeClr val="tx1"/>
                </a:solidFill>
                <a:latin typeface="Arial" panose="020B0604020202020204" pitchFamily="34" charset="0"/>
              </a:defRPr>
            </a:lvl3pPr>
            <a:lvl4pPr marL="1600200" indent="-228600">
              <a:spcBef>
                <a:spcPct val="30000"/>
              </a:spcBef>
              <a:defRPr sz="1200">
                <a:solidFill>
                  <a:schemeClr val="tx1"/>
                </a:solidFill>
                <a:latin typeface="Arial" panose="020B0604020202020204" pitchFamily="34" charset="0"/>
              </a:defRPr>
            </a:lvl4pPr>
            <a:lvl5pPr marL="2057400" indent="-228600">
              <a:spcBef>
                <a:spcPct val="30000"/>
              </a:spcBef>
              <a:defRPr sz="1200">
                <a:solidFill>
                  <a:schemeClr val="tx1"/>
                </a:solidFill>
                <a:latin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defRPr>
            </a:lvl9pPr>
          </a:lstStyle>
          <a:p>
            <a:pPr>
              <a:spcBef>
                <a:spcPct val="0"/>
              </a:spcBef>
            </a:pPr>
            <a:fld id="{7D53203D-C469-4A3F-8C2F-F53B0CE10AC2}" type="slidenum">
              <a:rPr lang="en-US" altLang="en-US" smtClean="0"/>
              <a:pPr>
                <a:spcBef>
                  <a:spcPct val="0"/>
                </a:spcBef>
              </a:pPr>
              <a:t>28</a:t>
            </a:fld>
            <a:endParaRPr lang="en-US" altLang="en-US"/>
          </a:p>
        </p:txBody>
      </p:sp>
      <p:sp>
        <p:nvSpPr>
          <p:cNvPr id="56323" name="Rectangle 2"/>
          <p:cNvSpPr>
            <a:spLocks noGrp="1" noRot="1" noChangeAspect="1" noChangeArrowheads="1" noTextEdit="1"/>
          </p:cNvSpPr>
          <p:nvPr>
            <p:ph type="sldImg"/>
          </p:nvPr>
        </p:nvSpPr>
        <p:spPr>
          <a:solidFill>
            <a:srgbClr val="FFFFFF"/>
          </a:solidFill>
          <a:ln/>
        </p:spPr>
      </p:sp>
      <p:sp>
        <p:nvSpPr>
          <p:cNvPr id="56324" name="Rectangle 3"/>
          <p:cNvSpPr>
            <a:spLocks noGrp="1" noChangeArrowheads="1"/>
          </p:cNvSpPr>
          <p:nvPr>
            <p:ph type="body" idx="1"/>
          </p:nvPr>
        </p:nvSpPr>
        <p:spPr>
          <a:solidFill>
            <a:srgbClr val="FFFFFF"/>
          </a:solidFill>
          <a:ln>
            <a:solidFill>
              <a:srgbClr val="000000"/>
            </a:solidFill>
          </a:ln>
        </p:spPr>
        <p:txBody>
          <a:bodyPr/>
          <a:lstStyle/>
          <a:p>
            <a:endParaRPr lang="en-US" altLang="en-US">
              <a:latin typeface="Arial" panose="020B0604020202020204" pitchFamily="34" charset="0"/>
            </a:endParaRPr>
          </a:p>
        </p:txBody>
      </p:sp>
    </p:spTree>
    <p:extLst>
      <p:ext uri="{BB962C8B-B14F-4D97-AF65-F5344CB8AC3E}">
        <p14:creationId xmlns:p14="http://schemas.microsoft.com/office/powerpoint/2010/main" val="3321000967"/>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defRPr>
            </a:lvl1pPr>
            <a:lvl2pPr marL="742950" indent="-285750">
              <a:spcBef>
                <a:spcPct val="30000"/>
              </a:spcBef>
              <a:defRPr sz="1200">
                <a:solidFill>
                  <a:schemeClr val="tx1"/>
                </a:solidFill>
                <a:latin typeface="Arial" panose="020B0604020202020204" pitchFamily="34" charset="0"/>
              </a:defRPr>
            </a:lvl2pPr>
            <a:lvl3pPr marL="1143000" indent="-228600">
              <a:spcBef>
                <a:spcPct val="30000"/>
              </a:spcBef>
              <a:defRPr sz="1200">
                <a:solidFill>
                  <a:schemeClr val="tx1"/>
                </a:solidFill>
                <a:latin typeface="Arial" panose="020B0604020202020204" pitchFamily="34" charset="0"/>
              </a:defRPr>
            </a:lvl3pPr>
            <a:lvl4pPr marL="1600200" indent="-228600">
              <a:spcBef>
                <a:spcPct val="30000"/>
              </a:spcBef>
              <a:defRPr sz="1200">
                <a:solidFill>
                  <a:schemeClr val="tx1"/>
                </a:solidFill>
                <a:latin typeface="Arial" panose="020B0604020202020204" pitchFamily="34" charset="0"/>
              </a:defRPr>
            </a:lvl4pPr>
            <a:lvl5pPr marL="2057400" indent="-228600">
              <a:spcBef>
                <a:spcPct val="30000"/>
              </a:spcBef>
              <a:defRPr sz="1200">
                <a:solidFill>
                  <a:schemeClr val="tx1"/>
                </a:solidFill>
                <a:latin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defRPr>
            </a:lvl9pPr>
          </a:lstStyle>
          <a:p>
            <a:pPr>
              <a:spcBef>
                <a:spcPct val="0"/>
              </a:spcBef>
            </a:pPr>
            <a:fld id="{FB1D5E6B-5D9B-462A-B770-2765396186E7}" type="slidenum">
              <a:rPr lang="en-US" altLang="en-US" smtClean="0"/>
              <a:pPr>
                <a:spcBef>
                  <a:spcPct val="0"/>
                </a:spcBef>
              </a:pPr>
              <a:t>29</a:t>
            </a:fld>
            <a:endParaRPr lang="en-US" altLang="en-US"/>
          </a:p>
        </p:txBody>
      </p:sp>
      <p:sp>
        <p:nvSpPr>
          <p:cNvPr id="4099" name="Rectangle 1026"/>
          <p:cNvSpPr>
            <a:spLocks noGrp="1" noRot="1" noChangeAspect="1" noChangeArrowheads="1" noTextEdit="1"/>
          </p:cNvSpPr>
          <p:nvPr>
            <p:ph type="sldImg"/>
          </p:nvPr>
        </p:nvSpPr>
        <p:spPr>
          <a:ln/>
        </p:spPr>
      </p:sp>
      <p:sp>
        <p:nvSpPr>
          <p:cNvPr id="4100" name="Rectangle 1027"/>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endParaRPr>
          </a:p>
        </p:txBody>
      </p:sp>
    </p:spTree>
    <p:extLst>
      <p:ext uri="{BB962C8B-B14F-4D97-AF65-F5344CB8AC3E}">
        <p14:creationId xmlns:p14="http://schemas.microsoft.com/office/powerpoint/2010/main" val="3061283770"/>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defRPr>
            </a:lvl1pPr>
            <a:lvl2pPr marL="742950" indent="-285750">
              <a:spcBef>
                <a:spcPct val="30000"/>
              </a:spcBef>
              <a:defRPr sz="1200">
                <a:solidFill>
                  <a:schemeClr val="tx1"/>
                </a:solidFill>
                <a:latin typeface="Arial" panose="020B0604020202020204" pitchFamily="34" charset="0"/>
              </a:defRPr>
            </a:lvl2pPr>
            <a:lvl3pPr marL="1143000" indent="-228600">
              <a:spcBef>
                <a:spcPct val="30000"/>
              </a:spcBef>
              <a:defRPr sz="1200">
                <a:solidFill>
                  <a:schemeClr val="tx1"/>
                </a:solidFill>
                <a:latin typeface="Arial" panose="020B0604020202020204" pitchFamily="34" charset="0"/>
              </a:defRPr>
            </a:lvl3pPr>
            <a:lvl4pPr marL="1600200" indent="-228600">
              <a:spcBef>
                <a:spcPct val="30000"/>
              </a:spcBef>
              <a:defRPr sz="1200">
                <a:solidFill>
                  <a:schemeClr val="tx1"/>
                </a:solidFill>
                <a:latin typeface="Arial" panose="020B0604020202020204" pitchFamily="34" charset="0"/>
              </a:defRPr>
            </a:lvl4pPr>
            <a:lvl5pPr marL="2057400" indent="-228600">
              <a:spcBef>
                <a:spcPct val="30000"/>
              </a:spcBef>
              <a:defRPr sz="1200">
                <a:solidFill>
                  <a:schemeClr val="tx1"/>
                </a:solidFill>
                <a:latin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defRPr>
            </a:lvl9pPr>
          </a:lstStyle>
          <a:p>
            <a:pPr>
              <a:spcBef>
                <a:spcPct val="0"/>
              </a:spcBef>
            </a:pPr>
            <a:fld id="{5BF9F890-B4EC-420D-AB6A-461C4A61C689}" type="slidenum">
              <a:rPr lang="en-US" altLang="en-US" smtClean="0"/>
              <a:pPr>
                <a:spcBef>
                  <a:spcPct val="0"/>
                </a:spcBef>
              </a:pPr>
              <a:t>30</a:t>
            </a:fld>
            <a:endParaRPr lang="en-US" altLang="en-US"/>
          </a:p>
        </p:txBody>
      </p:sp>
      <p:sp>
        <p:nvSpPr>
          <p:cNvPr id="13315" name="Rectangle 2"/>
          <p:cNvSpPr>
            <a:spLocks noGrp="1" noRot="1" noChangeAspect="1" noChangeArrowheads="1" noTextEdit="1"/>
          </p:cNvSpPr>
          <p:nvPr>
            <p:ph type="sldImg"/>
          </p:nvPr>
        </p:nvSpPr>
        <p:spPr>
          <a:ln/>
        </p:spPr>
      </p:sp>
      <p:sp>
        <p:nvSpPr>
          <p:cNvPr id="13316"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endParaRPr>
          </a:p>
        </p:txBody>
      </p:sp>
    </p:spTree>
    <p:extLst>
      <p:ext uri="{BB962C8B-B14F-4D97-AF65-F5344CB8AC3E}">
        <p14:creationId xmlns:p14="http://schemas.microsoft.com/office/powerpoint/2010/main" val="162036555"/>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defRPr>
            </a:lvl1pPr>
            <a:lvl2pPr marL="742950" indent="-285750">
              <a:spcBef>
                <a:spcPct val="30000"/>
              </a:spcBef>
              <a:defRPr sz="1200">
                <a:solidFill>
                  <a:schemeClr val="tx1"/>
                </a:solidFill>
                <a:latin typeface="Arial" panose="020B0604020202020204" pitchFamily="34" charset="0"/>
              </a:defRPr>
            </a:lvl2pPr>
            <a:lvl3pPr marL="1143000" indent="-228600">
              <a:spcBef>
                <a:spcPct val="30000"/>
              </a:spcBef>
              <a:defRPr sz="1200">
                <a:solidFill>
                  <a:schemeClr val="tx1"/>
                </a:solidFill>
                <a:latin typeface="Arial" panose="020B0604020202020204" pitchFamily="34" charset="0"/>
              </a:defRPr>
            </a:lvl3pPr>
            <a:lvl4pPr marL="1600200" indent="-228600">
              <a:spcBef>
                <a:spcPct val="30000"/>
              </a:spcBef>
              <a:defRPr sz="1200">
                <a:solidFill>
                  <a:schemeClr val="tx1"/>
                </a:solidFill>
                <a:latin typeface="Arial" panose="020B0604020202020204" pitchFamily="34" charset="0"/>
              </a:defRPr>
            </a:lvl4pPr>
            <a:lvl5pPr marL="2057400" indent="-228600">
              <a:spcBef>
                <a:spcPct val="30000"/>
              </a:spcBef>
              <a:defRPr sz="1200">
                <a:solidFill>
                  <a:schemeClr val="tx1"/>
                </a:solidFill>
                <a:latin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defRPr>
            </a:lvl9pPr>
          </a:lstStyle>
          <a:p>
            <a:pPr>
              <a:spcBef>
                <a:spcPct val="0"/>
              </a:spcBef>
            </a:pPr>
            <a:fld id="{7D53203D-C469-4A3F-8C2F-F53B0CE10AC2}" type="slidenum">
              <a:rPr lang="en-US" altLang="en-US" smtClean="0"/>
              <a:pPr>
                <a:spcBef>
                  <a:spcPct val="0"/>
                </a:spcBef>
              </a:pPr>
              <a:t>31</a:t>
            </a:fld>
            <a:endParaRPr lang="en-US" altLang="en-US"/>
          </a:p>
        </p:txBody>
      </p:sp>
      <p:sp>
        <p:nvSpPr>
          <p:cNvPr id="56323" name="Rectangle 2"/>
          <p:cNvSpPr>
            <a:spLocks noGrp="1" noRot="1" noChangeAspect="1" noChangeArrowheads="1" noTextEdit="1"/>
          </p:cNvSpPr>
          <p:nvPr>
            <p:ph type="sldImg"/>
          </p:nvPr>
        </p:nvSpPr>
        <p:spPr>
          <a:solidFill>
            <a:srgbClr val="FFFFFF"/>
          </a:solidFill>
          <a:ln/>
        </p:spPr>
      </p:sp>
      <p:sp>
        <p:nvSpPr>
          <p:cNvPr id="56324" name="Rectangle 3"/>
          <p:cNvSpPr>
            <a:spLocks noGrp="1" noChangeArrowheads="1"/>
          </p:cNvSpPr>
          <p:nvPr>
            <p:ph type="body" idx="1"/>
          </p:nvPr>
        </p:nvSpPr>
        <p:spPr>
          <a:solidFill>
            <a:srgbClr val="FFFFFF"/>
          </a:solidFill>
          <a:ln>
            <a:solidFill>
              <a:srgbClr val="000000"/>
            </a:solidFill>
          </a:ln>
        </p:spPr>
        <p:txBody>
          <a:bodyPr/>
          <a:lstStyle/>
          <a:p>
            <a:endParaRPr lang="en-US" altLang="en-US">
              <a:latin typeface="Arial" panose="020B0604020202020204" pitchFamily="34" charset="0"/>
            </a:endParaRPr>
          </a:p>
        </p:txBody>
      </p:sp>
    </p:spTree>
    <p:extLst>
      <p:ext uri="{BB962C8B-B14F-4D97-AF65-F5344CB8AC3E}">
        <p14:creationId xmlns:p14="http://schemas.microsoft.com/office/powerpoint/2010/main" val="2057370667"/>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defRPr>
            </a:lvl1pPr>
            <a:lvl2pPr marL="742950" indent="-285750">
              <a:spcBef>
                <a:spcPct val="30000"/>
              </a:spcBef>
              <a:defRPr sz="1200">
                <a:solidFill>
                  <a:schemeClr val="tx1"/>
                </a:solidFill>
                <a:latin typeface="Arial" panose="020B0604020202020204" pitchFamily="34" charset="0"/>
              </a:defRPr>
            </a:lvl2pPr>
            <a:lvl3pPr marL="1143000" indent="-228600">
              <a:spcBef>
                <a:spcPct val="30000"/>
              </a:spcBef>
              <a:defRPr sz="1200">
                <a:solidFill>
                  <a:schemeClr val="tx1"/>
                </a:solidFill>
                <a:latin typeface="Arial" panose="020B0604020202020204" pitchFamily="34" charset="0"/>
              </a:defRPr>
            </a:lvl3pPr>
            <a:lvl4pPr marL="1600200" indent="-228600">
              <a:spcBef>
                <a:spcPct val="30000"/>
              </a:spcBef>
              <a:defRPr sz="1200">
                <a:solidFill>
                  <a:schemeClr val="tx1"/>
                </a:solidFill>
                <a:latin typeface="Arial" panose="020B0604020202020204" pitchFamily="34" charset="0"/>
              </a:defRPr>
            </a:lvl4pPr>
            <a:lvl5pPr marL="2057400" indent="-228600">
              <a:spcBef>
                <a:spcPct val="30000"/>
              </a:spcBef>
              <a:defRPr sz="1200">
                <a:solidFill>
                  <a:schemeClr val="tx1"/>
                </a:solidFill>
                <a:latin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defRPr>
            </a:lvl9pPr>
          </a:lstStyle>
          <a:p>
            <a:pPr>
              <a:spcBef>
                <a:spcPct val="0"/>
              </a:spcBef>
            </a:pPr>
            <a:fld id="{7D53203D-C469-4A3F-8C2F-F53B0CE10AC2}" type="slidenum">
              <a:rPr lang="en-US" altLang="en-US" smtClean="0"/>
              <a:pPr>
                <a:spcBef>
                  <a:spcPct val="0"/>
                </a:spcBef>
              </a:pPr>
              <a:t>32</a:t>
            </a:fld>
            <a:endParaRPr lang="en-US" altLang="en-US"/>
          </a:p>
        </p:txBody>
      </p:sp>
      <p:sp>
        <p:nvSpPr>
          <p:cNvPr id="56323" name="Rectangle 2"/>
          <p:cNvSpPr>
            <a:spLocks noGrp="1" noRot="1" noChangeAspect="1" noChangeArrowheads="1" noTextEdit="1"/>
          </p:cNvSpPr>
          <p:nvPr>
            <p:ph type="sldImg"/>
          </p:nvPr>
        </p:nvSpPr>
        <p:spPr>
          <a:solidFill>
            <a:srgbClr val="FFFFFF"/>
          </a:solidFill>
          <a:ln/>
        </p:spPr>
      </p:sp>
      <p:sp>
        <p:nvSpPr>
          <p:cNvPr id="56324" name="Rectangle 3"/>
          <p:cNvSpPr>
            <a:spLocks noGrp="1" noChangeArrowheads="1"/>
          </p:cNvSpPr>
          <p:nvPr>
            <p:ph type="body" idx="1"/>
          </p:nvPr>
        </p:nvSpPr>
        <p:spPr>
          <a:solidFill>
            <a:srgbClr val="FFFFFF"/>
          </a:solidFill>
          <a:ln>
            <a:solidFill>
              <a:srgbClr val="000000"/>
            </a:solidFill>
          </a:ln>
        </p:spPr>
        <p:txBody>
          <a:bodyPr/>
          <a:lstStyle/>
          <a:p>
            <a:endParaRPr lang="en-US" altLang="en-US">
              <a:latin typeface="Arial" panose="020B0604020202020204" pitchFamily="34" charset="0"/>
            </a:endParaRPr>
          </a:p>
        </p:txBody>
      </p:sp>
    </p:spTree>
    <p:extLst>
      <p:ext uri="{BB962C8B-B14F-4D97-AF65-F5344CB8AC3E}">
        <p14:creationId xmlns:p14="http://schemas.microsoft.com/office/powerpoint/2010/main" val="2096554846"/>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defRPr>
            </a:lvl1pPr>
            <a:lvl2pPr marL="742950" indent="-285750">
              <a:spcBef>
                <a:spcPct val="30000"/>
              </a:spcBef>
              <a:defRPr sz="1200">
                <a:solidFill>
                  <a:schemeClr val="tx1"/>
                </a:solidFill>
                <a:latin typeface="Arial" panose="020B0604020202020204" pitchFamily="34" charset="0"/>
              </a:defRPr>
            </a:lvl2pPr>
            <a:lvl3pPr marL="1143000" indent="-228600">
              <a:spcBef>
                <a:spcPct val="30000"/>
              </a:spcBef>
              <a:defRPr sz="1200">
                <a:solidFill>
                  <a:schemeClr val="tx1"/>
                </a:solidFill>
                <a:latin typeface="Arial" panose="020B0604020202020204" pitchFamily="34" charset="0"/>
              </a:defRPr>
            </a:lvl3pPr>
            <a:lvl4pPr marL="1600200" indent="-228600">
              <a:spcBef>
                <a:spcPct val="30000"/>
              </a:spcBef>
              <a:defRPr sz="1200">
                <a:solidFill>
                  <a:schemeClr val="tx1"/>
                </a:solidFill>
                <a:latin typeface="Arial" panose="020B0604020202020204" pitchFamily="34" charset="0"/>
              </a:defRPr>
            </a:lvl4pPr>
            <a:lvl5pPr marL="2057400" indent="-228600">
              <a:spcBef>
                <a:spcPct val="30000"/>
              </a:spcBef>
              <a:defRPr sz="1200">
                <a:solidFill>
                  <a:schemeClr val="tx1"/>
                </a:solidFill>
                <a:latin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defRPr>
            </a:lvl9pPr>
          </a:lstStyle>
          <a:p>
            <a:pPr>
              <a:spcBef>
                <a:spcPct val="0"/>
              </a:spcBef>
            </a:pPr>
            <a:fld id="{7D53203D-C469-4A3F-8C2F-F53B0CE10AC2}" type="slidenum">
              <a:rPr lang="en-US" altLang="en-US" smtClean="0"/>
              <a:pPr>
                <a:spcBef>
                  <a:spcPct val="0"/>
                </a:spcBef>
              </a:pPr>
              <a:t>33</a:t>
            </a:fld>
            <a:endParaRPr lang="en-US" altLang="en-US"/>
          </a:p>
        </p:txBody>
      </p:sp>
      <p:sp>
        <p:nvSpPr>
          <p:cNvPr id="56323" name="Rectangle 2"/>
          <p:cNvSpPr>
            <a:spLocks noGrp="1" noRot="1" noChangeAspect="1" noChangeArrowheads="1" noTextEdit="1"/>
          </p:cNvSpPr>
          <p:nvPr>
            <p:ph type="sldImg"/>
          </p:nvPr>
        </p:nvSpPr>
        <p:spPr>
          <a:solidFill>
            <a:srgbClr val="FFFFFF"/>
          </a:solidFill>
          <a:ln/>
        </p:spPr>
      </p:sp>
      <p:sp>
        <p:nvSpPr>
          <p:cNvPr id="56324" name="Rectangle 3"/>
          <p:cNvSpPr>
            <a:spLocks noGrp="1" noChangeArrowheads="1"/>
          </p:cNvSpPr>
          <p:nvPr>
            <p:ph type="body" idx="1"/>
          </p:nvPr>
        </p:nvSpPr>
        <p:spPr>
          <a:solidFill>
            <a:srgbClr val="FFFFFF"/>
          </a:solidFill>
          <a:ln>
            <a:solidFill>
              <a:srgbClr val="000000"/>
            </a:solidFill>
          </a:ln>
        </p:spPr>
        <p:txBody>
          <a:bodyPr/>
          <a:lstStyle/>
          <a:p>
            <a:endParaRPr lang="en-US" altLang="en-US">
              <a:latin typeface="Arial" panose="020B0604020202020204" pitchFamily="34" charset="0"/>
            </a:endParaRPr>
          </a:p>
        </p:txBody>
      </p:sp>
    </p:spTree>
    <p:extLst>
      <p:ext uri="{BB962C8B-B14F-4D97-AF65-F5344CB8AC3E}">
        <p14:creationId xmlns:p14="http://schemas.microsoft.com/office/powerpoint/2010/main" val="1875043395"/>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defRPr>
            </a:lvl1pPr>
            <a:lvl2pPr marL="742950" indent="-285750">
              <a:spcBef>
                <a:spcPct val="30000"/>
              </a:spcBef>
              <a:defRPr sz="1200">
                <a:solidFill>
                  <a:schemeClr val="tx1"/>
                </a:solidFill>
                <a:latin typeface="Arial" panose="020B0604020202020204" pitchFamily="34" charset="0"/>
              </a:defRPr>
            </a:lvl2pPr>
            <a:lvl3pPr marL="1143000" indent="-228600">
              <a:spcBef>
                <a:spcPct val="30000"/>
              </a:spcBef>
              <a:defRPr sz="1200">
                <a:solidFill>
                  <a:schemeClr val="tx1"/>
                </a:solidFill>
                <a:latin typeface="Arial" panose="020B0604020202020204" pitchFamily="34" charset="0"/>
              </a:defRPr>
            </a:lvl3pPr>
            <a:lvl4pPr marL="1600200" indent="-228600">
              <a:spcBef>
                <a:spcPct val="30000"/>
              </a:spcBef>
              <a:defRPr sz="1200">
                <a:solidFill>
                  <a:schemeClr val="tx1"/>
                </a:solidFill>
                <a:latin typeface="Arial" panose="020B0604020202020204" pitchFamily="34" charset="0"/>
              </a:defRPr>
            </a:lvl4pPr>
            <a:lvl5pPr marL="2057400" indent="-228600">
              <a:spcBef>
                <a:spcPct val="30000"/>
              </a:spcBef>
              <a:defRPr sz="1200">
                <a:solidFill>
                  <a:schemeClr val="tx1"/>
                </a:solidFill>
                <a:latin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defRPr>
            </a:lvl9pPr>
          </a:lstStyle>
          <a:p>
            <a:pPr>
              <a:spcBef>
                <a:spcPct val="0"/>
              </a:spcBef>
            </a:pPr>
            <a:fld id="{7D53203D-C469-4A3F-8C2F-F53B0CE10AC2}" type="slidenum">
              <a:rPr lang="en-US" altLang="en-US" smtClean="0"/>
              <a:pPr>
                <a:spcBef>
                  <a:spcPct val="0"/>
                </a:spcBef>
              </a:pPr>
              <a:t>34</a:t>
            </a:fld>
            <a:endParaRPr lang="en-US" altLang="en-US"/>
          </a:p>
        </p:txBody>
      </p:sp>
      <p:sp>
        <p:nvSpPr>
          <p:cNvPr id="56323" name="Rectangle 2"/>
          <p:cNvSpPr>
            <a:spLocks noGrp="1" noRot="1" noChangeAspect="1" noChangeArrowheads="1" noTextEdit="1"/>
          </p:cNvSpPr>
          <p:nvPr>
            <p:ph type="sldImg"/>
          </p:nvPr>
        </p:nvSpPr>
        <p:spPr>
          <a:solidFill>
            <a:srgbClr val="FFFFFF"/>
          </a:solidFill>
          <a:ln/>
        </p:spPr>
      </p:sp>
      <p:sp>
        <p:nvSpPr>
          <p:cNvPr id="56324" name="Rectangle 3"/>
          <p:cNvSpPr>
            <a:spLocks noGrp="1" noChangeArrowheads="1"/>
          </p:cNvSpPr>
          <p:nvPr>
            <p:ph type="body" idx="1"/>
          </p:nvPr>
        </p:nvSpPr>
        <p:spPr>
          <a:solidFill>
            <a:srgbClr val="FFFFFF"/>
          </a:solidFill>
          <a:ln>
            <a:solidFill>
              <a:srgbClr val="000000"/>
            </a:solidFill>
          </a:ln>
        </p:spPr>
        <p:txBody>
          <a:bodyPr/>
          <a:lstStyle/>
          <a:p>
            <a:endParaRPr lang="en-US" altLang="en-US">
              <a:latin typeface="Arial" panose="020B0604020202020204" pitchFamily="34" charset="0"/>
            </a:endParaRPr>
          </a:p>
        </p:txBody>
      </p:sp>
    </p:spTree>
    <p:extLst>
      <p:ext uri="{BB962C8B-B14F-4D97-AF65-F5344CB8AC3E}">
        <p14:creationId xmlns:p14="http://schemas.microsoft.com/office/powerpoint/2010/main" val="3540920988"/>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defRPr>
            </a:lvl1pPr>
            <a:lvl2pPr marL="742950" indent="-285750">
              <a:spcBef>
                <a:spcPct val="30000"/>
              </a:spcBef>
              <a:defRPr sz="1200">
                <a:solidFill>
                  <a:schemeClr val="tx1"/>
                </a:solidFill>
                <a:latin typeface="Arial" panose="020B0604020202020204" pitchFamily="34" charset="0"/>
              </a:defRPr>
            </a:lvl2pPr>
            <a:lvl3pPr marL="1143000" indent="-228600">
              <a:spcBef>
                <a:spcPct val="30000"/>
              </a:spcBef>
              <a:defRPr sz="1200">
                <a:solidFill>
                  <a:schemeClr val="tx1"/>
                </a:solidFill>
                <a:latin typeface="Arial" panose="020B0604020202020204" pitchFamily="34" charset="0"/>
              </a:defRPr>
            </a:lvl3pPr>
            <a:lvl4pPr marL="1600200" indent="-228600">
              <a:spcBef>
                <a:spcPct val="30000"/>
              </a:spcBef>
              <a:defRPr sz="1200">
                <a:solidFill>
                  <a:schemeClr val="tx1"/>
                </a:solidFill>
                <a:latin typeface="Arial" panose="020B0604020202020204" pitchFamily="34" charset="0"/>
              </a:defRPr>
            </a:lvl4pPr>
            <a:lvl5pPr marL="2057400" indent="-228600">
              <a:spcBef>
                <a:spcPct val="30000"/>
              </a:spcBef>
              <a:defRPr sz="1200">
                <a:solidFill>
                  <a:schemeClr val="tx1"/>
                </a:solidFill>
                <a:latin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defRPr>
            </a:lvl9pPr>
          </a:lstStyle>
          <a:p>
            <a:pPr>
              <a:spcBef>
                <a:spcPct val="0"/>
              </a:spcBef>
            </a:pPr>
            <a:fld id="{7D53203D-C469-4A3F-8C2F-F53B0CE10AC2}" type="slidenum">
              <a:rPr lang="en-US" altLang="en-US" smtClean="0"/>
              <a:pPr>
                <a:spcBef>
                  <a:spcPct val="0"/>
                </a:spcBef>
              </a:pPr>
              <a:t>35</a:t>
            </a:fld>
            <a:endParaRPr lang="en-US" altLang="en-US"/>
          </a:p>
        </p:txBody>
      </p:sp>
      <p:sp>
        <p:nvSpPr>
          <p:cNvPr id="56323" name="Rectangle 2"/>
          <p:cNvSpPr>
            <a:spLocks noGrp="1" noRot="1" noChangeAspect="1" noChangeArrowheads="1" noTextEdit="1"/>
          </p:cNvSpPr>
          <p:nvPr>
            <p:ph type="sldImg"/>
          </p:nvPr>
        </p:nvSpPr>
        <p:spPr>
          <a:solidFill>
            <a:srgbClr val="FFFFFF"/>
          </a:solidFill>
          <a:ln/>
        </p:spPr>
      </p:sp>
      <p:sp>
        <p:nvSpPr>
          <p:cNvPr id="56324" name="Rectangle 3"/>
          <p:cNvSpPr>
            <a:spLocks noGrp="1" noChangeArrowheads="1"/>
          </p:cNvSpPr>
          <p:nvPr>
            <p:ph type="body" idx="1"/>
          </p:nvPr>
        </p:nvSpPr>
        <p:spPr>
          <a:solidFill>
            <a:srgbClr val="FFFFFF"/>
          </a:solidFill>
          <a:ln>
            <a:solidFill>
              <a:srgbClr val="000000"/>
            </a:solidFill>
          </a:ln>
        </p:spPr>
        <p:txBody>
          <a:bodyPr/>
          <a:lstStyle/>
          <a:p>
            <a:endParaRPr lang="en-US" altLang="en-US">
              <a:latin typeface="Arial" panose="020B0604020202020204" pitchFamily="34" charset="0"/>
            </a:endParaRPr>
          </a:p>
        </p:txBody>
      </p:sp>
    </p:spTree>
    <p:extLst>
      <p:ext uri="{BB962C8B-B14F-4D97-AF65-F5344CB8AC3E}">
        <p14:creationId xmlns:p14="http://schemas.microsoft.com/office/powerpoint/2010/main" val="777182988"/>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defRPr>
            </a:lvl1pPr>
            <a:lvl2pPr marL="742950" indent="-285750">
              <a:spcBef>
                <a:spcPct val="30000"/>
              </a:spcBef>
              <a:defRPr sz="1200">
                <a:solidFill>
                  <a:schemeClr val="tx1"/>
                </a:solidFill>
                <a:latin typeface="Arial" panose="020B0604020202020204" pitchFamily="34" charset="0"/>
              </a:defRPr>
            </a:lvl2pPr>
            <a:lvl3pPr marL="1143000" indent="-228600">
              <a:spcBef>
                <a:spcPct val="30000"/>
              </a:spcBef>
              <a:defRPr sz="1200">
                <a:solidFill>
                  <a:schemeClr val="tx1"/>
                </a:solidFill>
                <a:latin typeface="Arial" panose="020B0604020202020204" pitchFamily="34" charset="0"/>
              </a:defRPr>
            </a:lvl3pPr>
            <a:lvl4pPr marL="1600200" indent="-228600">
              <a:spcBef>
                <a:spcPct val="30000"/>
              </a:spcBef>
              <a:defRPr sz="1200">
                <a:solidFill>
                  <a:schemeClr val="tx1"/>
                </a:solidFill>
                <a:latin typeface="Arial" panose="020B0604020202020204" pitchFamily="34" charset="0"/>
              </a:defRPr>
            </a:lvl4pPr>
            <a:lvl5pPr marL="2057400" indent="-228600">
              <a:spcBef>
                <a:spcPct val="30000"/>
              </a:spcBef>
              <a:defRPr sz="1200">
                <a:solidFill>
                  <a:schemeClr val="tx1"/>
                </a:solidFill>
                <a:latin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defRPr>
            </a:lvl9pPr>
          </a:lstStyle>
          <a:p>
            <a:pPr>
              <a:spcBef>
                <a:spcPct val="0"/>
              </a:spcBef>
            </a:pPr>
            <a:fld id="{7D53203D-C469-4A3F-8C2F-F53B0CE10AC2}" type="slidenum">
              <a:rPr lang="en-US" altLang="en-US" smtClean="0"/>
              <a:pPr>
                <a:spcBef>
                  <a:spcPct val="0"/>
                </a:spcBef>
              </a:pPr>
              <a:t>36</a:t>
            </a:fld>
            <a:endParaRPr lang="en-US" altLang="en-US"/>
          </a:p>
        </p:txBody>
      </p:sp>
      <p:sp>
        <p:nvSpPr>
          <p:cNvPr id="56323" name="Rectangle 2"/>
          <p:cNvSpPr>
            <a:spLocks noGrp="1" noRot="1" noChangeAspect="1" noChangeArrowheads="1" noTextEdit="1"/>
          </p:cNvSpPr>
          <p:nvPr>
            <p:ph type="sldImg"/>
          </p:nvPr>
        </p:nvSpPr>
        <p:spPr>
          <a:solidFill>
            <a:srgbClr val="FFFFFF"/>
          </a:solidFill>
          <a:ln/>
        </p:spPr>
      </p:sp>
      <p:sp>
        <p:nvSpPr>
          <p:cNvPr id="56324" name="Rectangle 3"/>
          <p:cNvSpPr>
            <a:spLocks noGrp="1" noChangeArrowheads="1"/>
          </p:cNvSpPr>
          <p:nvPr>
            <p:ph type="body" idx="1"/>
          </p:nvPr>
        </p:nvSpPr>
        <p:spPr>
          <a:solidFill>
            <a:srgbClr val="FFFFFF"/>
          </a:solidFill>
          <a:ln>
            <a:solidFill>
              <a:srgbClr val="000000"/>
            </a:solidFill>
          </a:ln>
        </p:spPr>
        <p:txBody>
          <a:bodyPr/>
          <a:lstStyle/>
          <a:p>
            <a:endParaRPr lang="en-US" altLang="en-US">
              <a:latin typeface="Arial" panose="020B0604020202020204" pitchFamily="34" charset="0"/>
            </a:endParaRPr>
          </a:p>
        </p:txBody>
      </p:sp>
    </p:spTree>
    <p:extLst>
      <p:ext uri="{BB962C8B-B14F-4D97-AF65-F5344CB8AC3E}">
        <p14:creationId xmlns:p14="http://schemas.microsoft.com/office/powerpoint/2010/main" val="1171729416"/>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defRPr>
            </a:lvl1pPr>
            <a:lvl2pPr marL="742950" indent="-285750">
              <a:spcBef>
                <a:spcPct val="30000"/>
              </a:spcBef>
              <a:defRPr sz="1200">
                <a:solidFill>
                  <a:schemeClr val="tx1"/>
                </a:solidFill>
                <a:latin typeface="Arial" panose="020B0604020202020204" pitchFamily="34" charset="0"/>
              </a:defRPr>
            </a:lvl2pPr>
            <a:lvl3pPr marL="1143000" indent="-228600">
              <a:spcBef>
                <a:spcPct val="30000"/>
              </a:spcBef>
              <a:defRPr sz="1200">
                <a:solidFill>
                  <a:schemeClr val="tx1"/>
                </a:solidFill>
                <a:latin typeface="Arial" panose="020B0604020202020204" pitchFamily="34" charset="0"/>
              </a:defRPr>
            </a:lvl3pPr>
            <a:lvl4pPr marL="1600200" indent="-228600">
              <a:spcBef>
                <a:spcPct val="30000"/>
              </a:spcBef>
              <a:defRPr sz="1200">
                <a:solidFill>
                  <a:schemeClr val="tx1"/>
                </a:solidFill>
                <a:latin typeface="Arial" panose="020B0604020202020204" pitchFamily="34" charset="0"/>
              </a:defRPr>
            </a:lvl4pPr>
            <a:lvl5pPr marL="2057400" indent="-228600">
              <a:spcBef>
                <a:spcPct val="30000"/>
              </a:spcBef>
              <a:defRPr sz="1200">
                <a:solidFill>
                  <a:schemeClr val="tx1"/>
                </a:solidFill>
                <a:latin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defRPr>
            </a:lvl9pPr>
          </a:lstStyle>
          <a:p>
            <a:pPr>
              <a:spcBef>
                <a:spcPct val="0"/>
              </a:spcBef>
            </a:pPr>
            <a:fld id="{7D53203D-C469-4A3F-8C2F-F53B0CE10AC2}" type="slidenum">
              <a:rPr lang="en-US" altLang="en-US" smtClean="0"/>
              <a:pPr>
                <a:spcBef>
                  <a:spcPct val="0"/>
                </a:spcBef>
              </a:pPr>
              <a:t>37</a:t>
            </a:fld>
            <a:endParaRPr lang="en-US" altLang="en-US"/>
          </a:p>
        </p:txBody>
      </p:sp>
      <p:sp>
        <p:nvSpPr>
          <p:cNvPr id="56323" name="Rectangle 2"/>
          <p:cNvSpPr>
            <a:spLocks noGrp="1" noRot="1" noChangeAspect="1" noChangeArrowheads="1" noTextEdit="1"/>
          </p:cNvSpPr>
          <p:nvPr>
            <p:ph type="sldImg"/>
          </p:nvPr>
        </p:nvSpPr>
        <p:spPr>
          <a:solidFill>
            <a:srgbClr val="FFFFFF"/>
          </a:solidFill>
          <a:ln/>
        </p:spPr>
      </p:sp>
      <p:sp>
        <p:nvSpPr>
          <p:cNvPr id="56324" name="Rectangle 3"/>
          <p:cNvSpPr>
            <a:spLocks noGrp="1" noChangeArrowheads="1"/>
          </p:cNvSpPr>
          <p:nvPr>
            <p:ph type="body" idx="1"/>
          </p:nvPr>
        </p:nvSpPr>
        <p:spPr>
          <a:solidFill>
            <a:srgbClr val="FFFFFF"/>
          </a:solidFill>
          <a:ln>
            <a:solidFill>
              <a:srgbClr val="000000"/>
            </a:solidFill>
          </a:ln>
        </p:spPr>
        <p:txBody>
          <a:bodyPr/>
          <a:lstStyle/>
          <a:p>
            <a:endParaRPr lang="en-US" altLang="en-US">
              <a:latin typeface="Arial" panose="020B0604020202020204" pitchFamily="34" charset="0"/>
            </a:endParaRPr>
          </a:p>
        </p:txBody>
      </p:sp>
    </p:spTree>
    <p:extLst>
      <p:ext uri="{BB962C8B-B14F-4D97-AF65-F5344CB8AC3E}">
        <p14:creationId xmlns:p14="http://schemas.microsoft.com/office/powerpoint/2010/main" val="120773940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defRPr>
            </a:lvl1pPr>
            <a:lvl2pPr marL="742950" indent="-285750">
              <a:spcBef>
                <a:spcPct val="30000"/>
              </a:spcBef>
              <a:defRPr sz="1200">
                <a:solidFill>
                  <a:schemeClr val="tx1"/>
                </a:solidFill>
                <a:latin typeface="Arial" panose="020B0604020202020204" pitchFamily="34" charset="0"/>
              </a:defRPr>
            </a:lvl2pPr>
            <a:lvl3pPr marL="1143000" indent="-228600">
              <a:spcBef>
                <a:spcPct val="30000"/>
              </a:spcBef>
              <a:defRPr sz="1200">
                <a:solidFill>
                  <a:schemeClr val="tx1"/>
                </a:solidFill>
                <a:latin typeface="Arial" panose="020B0604020202020204" pitchFamily="34" charset="0"/>
              </a:defRPr>
            </a:lvl3pPr>
            <a:lvl4pPr marL="1600200" indent="-228600">
              <a:spcBef>
                <a:spcPct val="30000"/>
              </a:spcBef>
              <a:defRPr sz="1200">
                <a:solidFill>
                  <a:schemeClr val="tx1"/>
                </a:solidFill>
                <a:latin typeface="Arial" panose="020B0604020202020204" pitchFamily="34" charset="0"/>
              </a:defRPr>
            </a:lvl4pPr>
            <a:lvl5pPr marL="2057400" indent="-228600">
              <a:spcBef>
                <a:spcPct val="30000"/>
              </a:spcBef>
              <a:defRPr sz="1200">
                <a:solidFill>
                  <a:schemeClr val="tx1"/>
                </a:solidFill>
                <a:latin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defRPr>
            </a:lvl9pPr>
          </a:lstStyle>
          <a:p>
            <a:pPr>
              <a:spcBef>
                <a:spcPct val="0"/>
              </a:spcBef>
            </a:pPr>
            <a:fld id="{7D53203D-C469-4A3F-8C2F-F53B0CE10AC2}" type="slidenum">
              <a:rPr lang="en-US" altLang="en-US" smtClean="0"/>
              <a:pPr>
                <a:spcBef>
                  <a:spcPct val="0"/>
                </a:spcBef>
              </a:pPr>
              <a:t>38</a:t>
            </a:fld>
            <a:endParaRPr lang="en-US" altLang="en-US"/>
          </a:p>
        </p:txBody>
      </p:sp>
      <p:sp>
        <p:nvSpPr>
          <p:cNvPr id="56323" name="Rectangle 2"/>
          <p:cNvSpPr>
            <a:spLocks noGrp="1" noRot="1" noChangeAspect="1" noChangeArrowheads="1" noTextEdit="1"/>
          </p:cNvSpPr>
          <p:nvPr>
            <p:ph type="sldImg"/>
          </p:nvPr>
        </p:nvSpPr>
        <p:spPr>
          <a:solidFill>
            <a:srgbClr val="FFFFFF"/>
          </a:solidFill>
          <a:ln/>
        </p:spPr>
      </p:sp>
      <p:sp>
        <p:nvSpPr>
          <p:cNvPr id="56324" name="Rectangle 3"/>
          <p:cNvSpPr>
            <a:spLocks noGrp="1" noChangeArrowheads="1"/>
          </p:cNvSpPr>
          <p:nvPr>
            <p:ph type="body" idx="1"/>
          </p:nvPr>
        </p:nvSpPr>
        <p:spPr>
          <a:solidFill>
            <a:srgbClr val="FFFFFF"/>
          </a:solidFill>
          <a:ln>
            <a:solidFill>
              <a:srgbClr val="000000"/>
            </a:solidFill>
          </a:ln>
        </p:spPr>
        <p:txBody>
          <a:bodyPr/>
          <a:lstStyle/>
          <a:p>
            <a:endParaRPr lang="en-US" altLang="en-US">
              <a:latin typeface="Arial" panose="020B0604020202020204" pitchFamily="34" charset="0"/>
            </a:endParaRPr>
          </a:p>
        </p:txBody>
      </p:sp>
    </p:spTree>
    <p:extLst>
      <p:ext uri="{BB962C8B-B14F-4D97-AF65-F5344CB8AC3E}">
        <p14:creationId xmlns:p14="http://schemas.microsoft.com/office/powerpoint/2010/main" val="195758942"/>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defRPr>
            </a:lvl1pPr>
            <a:lvl2pPr marL="742950" indent="-285750">
              <a:spcBef>
                <a:spcPct val="30000"/>
              </a:spcBef>
              <a:defRPr sz="1200">
                <a:solidFill>
                  <a:schemeClr val="tx1"/>
                </a:solidFill>
                <a:latin typeface="Arial" panose="020B0604020202020204" pitchFamily="34" charset="0"/>
              </a:defRPr>
            </a:lvl2pPr>
            <a:lvl3pPr marL="1143000" indent="-228600">
              <a:spcBef>
                <a:spcPct val="30000"/>
              </a:spcBef>
              <a:defRPr sz="1200">
                <a:solidFill>
                  <a:schemeClr val="tx1"/>
                </a:solidFill>
                <a:latin typeface="Arial" panose="020B0604020202020204" pitchFamily="34" charset="0"/>
              </a:defRPr>
            </a:lvl3pPr>
            <a:lvl4pPr marL="1600200" indent="-228600">
              <a:spcBef>
                <a:spcPct val="30000"/>
              </a:spcBef>
              <a:defRPr sz="1200">
                <a:solidFill>
                  <a:schemeClr val="tx1"/>
                </a:solidFill>
                <a:latin typeface="Arial" panose="020B0604020202020204" pitchFamily="34" charset="0"/>
              </a:defRPr>
            </a:lvl4pPr>
            <a:lvl5pPr marL="2057400" indent="-228600">
              <a:spcBef>
                <a:spcPct val="30000"/>
              </a:spcBef>
              <a:defRPr sz="1200">
                <a:solidFill>
                  <a:schemeClr val="tx1"/>
                </a:solidFill>
                <a:latin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defRPr>
            </a:lvl9pPr>
          </a:lstStyle>
          <a:p>
            <a:pPr>
              <a:spcBef>
                <a:spcPct val="0"/>
              </a:spcBef>
            </a:pPr>
            <a:fld id="{7D53203D-C469-4A3F-8C2F-F53B0CE10AC2}" type="slidenum">
              <a:rPr lang="en-US" altLang="en-US" smtClean="0"/>
              <a:pPr>
                <a:spcBef>
                  <a:spcPct val="0"/>
                </a:spcBef>
              </a:pPr>
              <a:t>39</a:t>
            </a:fld>
            <a:endParaRPr lang="en-US" altLang="en-US"/>
          </a:p>
        </p:txBody>
      </p:sp>
      <p:sp>
        <p:nvSpPr>
          <p:cNvPr id="56323" name="Rectangle 2"/>
          <p:cNvSpPr>
            <a:spLocks noGrp="1" noRot="1" noChangeAspect="1" noChangeArrowheads="1" noTextEdit="1"/>
          </p:cNvSpPr>
          <p:nvPr>
            <p:ph type="sldImg"/>
          </p:nvPr>
        </p:nvSpPr>
        <p:spPr>
          <a:solidFill>
            <a:srgbClr val="FFFFFF"/>
          </a:solidFill>
          <a:ln/>
        </p:spPr>
      </p:sp>
      <p:sp>
        <p:nvSpPr>
          <p:cNvPr id="56324" name="Rectangle 3"/>
          <p:cNvSpPr>
            <a:spLocks noGrp="1" noChangeArrowheads="1"/>
          </p:cNvSpPr>
          <p:nvPr>
            <p:ph type="body" idx="1"/>
          </p:nvPr>
        </p:nvSpPr>
        <p:spPr>
          <a:solidFill>
            <a:srgbClr val="FFFFFF"/>
          </a:solidFill>
          <a:ln>
            <a:solidFill>
              <a:srgbClr val="000000"/>
            </a:solidFill>
          </a:ln>
        </p:spPr>
        <p:txBody>
          <a:bodyPr/>
          <a:lstStyle/>
          <a:p>
            <a:endParaRPr lang="en-US" altLang="en-US">
              <a:latin typeface="Arial" panose="020B0604020202020204" pitchFamily="34" charset="0"/>
            </a:endParaRPr>
          </a:p>
        </p:txBody>
      </p:sp>
    </p:spTree>
    <p:extLst>
      <p:ext uri="{BB962C8B-B14F-4D97-AF65-F5344CB8AC3E}">
        <p14:creationId xmlns:p14="http://schemas.microsoft.com/office/powerpoint/2010/main" val="2620902723"/>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defRPr>
            </a:lvl1pPr>
            <a:lvl2pPr marL="742950" indent="-285750">
              <a:spcBef>
                <a:spcPct val="30000"/>
              </a:spcBef>
              <a:defRPr sz="1200">
                <a:solidFill>
                  <a:schemeClr val="tx1"/>
                </a:solidFill>
                <a:latin typeface="Arial" panose="020B0604020202020204" pitchFamily="34" charset="0"/>
              </a:defRPr>
            </a:lvl2pPr>
            <a:lvl3pPr marL="1143000" indent="-228600">
              <a:spcBef>
                <a:spcPct val="30000"/>
              </a:spcBef>
              <a:defRPr sz="1200">
                <a:solidFill>
                  <a:schemeClr val="tx1"/>
                </a:solidFill>
                <a:latin typeface="Arial" panose="020B0604020202020204" pitchFamily="34" charset="0"/>
              </a:defRPr>
            </a:lvl3pPr>
            <a:lvl4pPr marL="1600200" indent="-228600">
              <a:spcBef>
                <a:spcPct val="30000"/>
              </a:spcBef>
              <a:defRPr sz="1200">
                <a:solidFill>
                  <a:schemeClr val="tx1"/>
                </a:solidFill>
                <a:latin typeface="Arial" panose="020B0604020202020204" pitchFamily="34" charset="0"/>
              </a:defRPr>
            </a:lvl4pPr>
            <a:lvl5pPr marL="2057400" indent="-228600">
              <a:spcBef>
                <a:spcPct val="30000"/>
              </a:spcBef>
              <a:defRPr sz="1200">
                <a:solidFill>
                  <a:schemeClr val="tx1"/>
                </a:solidFill>
                <a:latin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defRPr>
            </a:lvl9pPr>
          </a:lstStyle>
          <a:p>
            <a:pPr>
              <a:spcBef>
                <a:spcPct val="0"/>
              </a:spcBef>
            </a:pPr>
            <a:fld id="{7D53203D-C469-4A3F-8C2F-F53B0CE10AC2}" type="slidenum">
              <a:rPr lang="en-US" altLang="en-US" smtClean="0"/>
              <a:pPr>
                <a:spcBef>
                  <a:spcPct val="0"/>
                </a:spcBef>
              </a:pPr>
              <a:t>40</a:t>
            </a:fld>
            <a:endParaRPr lang="en-US" altLang="en-US"/>
          </a:p>
        </p:txBody>
      </p:sp>
      <p:sp>
        <p:nvSpPr>
          <p:cNvPr id="56323" name="Rectangle 2"/>
          <p:cNvSpPr>
            <a:spLocks noGrp="1" noRot="1" noChangeAspect="1" noChangeArrowheads="1" noTextEdit="1"/>
          </p:cNvSpPr>
          <p:nvPr>
            <p:ph type="sldImg"/>
          </p:nvPr>
        </p:nvSpPr>
        <p:spPr>
          <a:solidFill>
            <a:srgbClr val="FFFFFF"/>
          </a:solidFill>
          <a:ln/>
        </p:spPr>
      </p:sp>
      <p:sp>
        <p:nvSpPr>
          <p:cNvPr id="56324" name="Rectangle 3"/>
          <p:cNvSpPr>
            <a:spLocks noGrp="1" noChangeArrowheads="1"/>
          </p:cNvSpPr>
          <p:nvPr>
            <p:ph type="body" idx="1"/>
          </p:nvPr>
        </p:nvSpPr>
        <p:spPr>
          <a:solidFill>
            <a:srgbClr val="FFFFFF"/>
          </a:solidFill>
          <a:ln>
            <a:solidFill>
              <a:srgbClr val="000000"/>
            </a:solidFill>
          </a:ln>
        </p:spPr>
        <p:txBody>
          <a:bodyPr/>
          <a:lstStyle/>
          <a:p>
            <a:endParaRPr lang="en-US" altLang="en-US">
              <a:latin typeface="Arial" panose="020B0604020202020204" pitchFamily="34" charset="0"/>
            </a:endParaRPr>
          </a:p>
        </p:txBody>
      </p:sp>
    </p:spTree>
    <p:extLst>
      <p:ext uri="{BB962C8B-B14F-4D97-AF65-F5344CB8AC3E}">
        <p14:creationId xmlns:p14="http://schemas.microsoft.com/office/powerpoint/2010/main" val="2951791510"/>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defRPr>
            </a:lvl1pPr>
            <a:lvl2pPr marL="742950" indent="-285750">
              <a:spcBef>
                <a:spcPct val="30000"/>
              </a:spcBef>
              <a:defRPr sz="1200">
                <a:solidFill>
                  <a:schemeClr val="tx1"/>
                </a:solidFill>
                <a:latin typeface="Arial" panose="020B0604020202020204" pitchFamily="34" charset="0"/>
              </a:defRPr>
            </a:lvl2pPr>
            <a:lvl3pPr marL="1143000" indent="-228600">
              <a:spcBef>
                <a:spcPct val="30000"/>
              </a:spcBef>
              <a:defRPr sz="1200">
                <a:solidFill>
                  <a:schemeClr val="tx1"/>
                </a:solidFill>
                <a:latin typeface="Arial" panose="020B0604020202020204" pitchFamily="34" charset="0"/>
              </a:defRPr>
            </a:lvl3pPr>
            <a:lvl4pPr marL="1600200" indent="-228600">
              <a:spcBef>
                <a:spcPct val="30000"/>
              </a:spcBef>
              <a:defRPr sz="1200">
                <a:solidFill>
                  <a:schemeClr val="tx1"/>
                </a:solidFill>
                <a:latin typeface="Arial" panose="020B0604020202020204" pitchFamily="34" charset="0"/>
              </a:defRPr>
            </a:lvl4pPr>
            <a:lvl5pPr marL="2057400" indent="-228600">
              <a:spcBef>
                <a:spcPct val="30000"/>
              </a:spcBef>
              <a:defRPr sz="1200">
                <a:solidFill>
                  <a:schemeClr val="tx1"/>
                </a:solidFill>
                <a:latin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defRPr>
            </a:lvl9pPr>
          </a:lstStyle>
          <a:p>
            <a:pPr>
              <a:spcBef>
                <a:spcPct val="0"/>
              </a:spcBef>
            </a:pPr>
            <a:fld id="{7D53203D-C469-4A3F-8C2F-F53B0CE10AC2}" type="slidenum">
              <a:rPr lang="en-US" altLang="en-US" smtClean="0"/>
              <a:pPr>
                <a:spcBef>
                  <a:spcPct val="0"/>
                </a:spcBef>
              </a:pPr>
              <a:t>41</a:t>
            </a:fld>
            <a:endParaRPr lang="en-US" altLang="en-US"/>
          </a:p>
        </p:txBody>
      </p:sp>
      <p:sp>
        <p:nvSpPr>
          <p:cNvPr id="56323" name="Rectangle 2"/>
          <p:cNvSpPr>
            <a:spLocks noGrp="1" noRot="1" noChangeAspect="1" noChangeArrowheads="1" noTextEdit="1"/>
          </p:cNvSpPr>
          <p:nvPr>
            <p:ph type="sldImg"/>
          </p:nvPr>
        </p:nvSpPr>
        <p:spPr>
          <a:solidFill>
            <a:srgbClr val="FFFFFF"/>
          </a:solidFill>
          <a:ln/>
        </p:spPr>
      </p:sp>
      <p:sp>
        <p:nvSpPr>
          <p:cNvPr id="56324" name="Rectangle 3"/>
          <p:cNvSpPr>
            <a:spLocks noGrp="1" noChangeArrowheads="1"/>
          </p:cNvSpPr>
          <p:nvPr>
            <p:ph type="body" idx="1"/>
          </p:nvPr>
        </p:nvSpPr>
        <p:spPr>
          <a:solidFill>
            <a:srgbClr val="FFFFFF"/>
          </a:solidFill>
          <a:ln>
            <a:solidFill>
              <a:srgbClr val="000000"/>
            </a:solidFill>
          </a:ln>
        </p:spPr>
        <p:txBody>
          <a:bodyPr/>
          <a:lstStyle/>
          <a:p>
            <a:endParaRPr lang="en-US" altLang="en-US">
              <a:latin typeface="Arial" panose="020B0604020202020204" pitchFamily="34" charset="0"/>
            </a:endParaRPr>
          </a:p>
        </p:txBody>
      </p:sp>
    </p:spTree>
    <p:extLst>
      <p:ext uri="{BB962C8B-B14F-4D97-AF65-F5344CB8AC3E}">
        <p14:creationId xmlns:p14="http://schemas.microsoft.com/office/powerpoint/2010/main" val="1212169002"/>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defRPr>
            </a:lvl1pPr>
            <a:lvl2pPr marL="742950" indent="-285750">
              <a:spcBef>
                <a:spcPct val="30000"/>
              </a:spcBef>
              <a:defRPr sz="1200">
                <a:solidFill>
                  <a:schemeClr val="tx1"/>
                </a:solidFill>
                <a:latin typeface="Arial" panose="020B0604020202020204" pitchFamily="34" charset="0"/>
              </a:defRPr>
            </a:lvl2pPr>
            <a:lvl3pPr marL="1143000" indent="-228600">
              <a:spcBef>
                <a:spcPct val="30000"/>
              </a:spcBef>
              <a:defRPr sz="1200">
                <a:solidFill>
                  <a:schemeClr val="tx1"/>
                </a:solidFill>
                <a:latin typeface="Arial" panose="020B0604020202020204" pitchFamily="34" charset="0"/>
              </a:defRPr>
            </a:lvl3pPr>
            <a:lvl4pPr marL="1600200" indent="-228600">
              <a:spcBef>
                <a:spcPct val="30000"/>
              </a:spcBef>
              <a:defRPr sz="1200">
                <a:solidFill>
                  <a:schemeClr val="tx1"/>
                </a:solidFill>
                <a:latin typeface="Arial" panose="020B0604020202020204" pitchFamily="34" charset="0"/>
              </a:defRPr>
            </a:lvl4pPr>
            <a:lvl5pPr marL="2057400" indent="-228600">
              <a:spcBef>
                <a:spcPct val="30000"/>
              </a:spcBef>
              <a:defRPr sz="1200">
                <a:solidFill>
                  <a:schemeClr val="tx1"/>
                </a:solidFill>
                <a:latin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defRPr>
            </a:lvl9pPr>
          </a:lstStyle>
          <a:p>
            <a:pPr>
              <a:spcBef>
                <a:spcPct val="0"/>
              </a:spcBef>
            </a:pPr>
            <a:fld id="{7D53203D-C469-4A3F-8C2F-F53B0CE10AC2}" type="slidenum">
              <a:rPr lang="en-US" altLang="en-US" smtClean="0"/>
              <a:pPr>
                <a:spcBef>
                  <a:spcPct val="0"/>
                </a:spcBef>
              </a:pPr>
              <a:t>42</a:t>
            </a:fld>
            <a:endParaRPr lang="en-US" altLang="en-US"/>
          </a:p>
        </p:txBody>
      </p:sp>
      <p:sp>
        <p:nvSpPr>
          <p:cNvPr id="56323" name="Rectangle 2"/>
          <p:cNvSpPr>
            <a:spLocks noGrp="1" noRot="1" noChangeAspect="1" noChangeArrowheads="1" noTextEdit="1"/>
          </p:cNvSpPr>
          <p:nvPr>
            <p:ph type="sldImg"/>
          </p:nvPr>
        </p:nvSpPr>
        <p:spPr>
          <a:solidFill>
            <a:srgbClr val="FFFFFF"/>
          </a:solidFill>
          <a:ln/>
        </p:spPr>
      </p:sp>
      <p:sp>
        <p:nvSpPr>
          <p:cNvPr id="56324" name="Rectangle 3"/>
          <p:cNvSpPr>
            <a:spLocks noGrp="1" noChangeArrowheads="1"/>
          </p:cNvSpPr>
          <p:nvPr>
            <p:ph type="body" idx="1"/>
          </p:nvPr>
        </p:nvSpPr>
        <p:spPr>
          <a:solidFill>
            <a:srgbClr val="FFFFFF"/>
          </a:solidFill>
          <a:ln>
            <a:solidFill>
              <a:srgbClr val="000000"/>
            </a:solidFill>
          </a:ln>
        </p:spPr>
        <p:txBody>
          <a:bodyPr/>
          <a:lstStyle/>
          <a:p>
            <a:endParaRPr lang="en-US" altLang="en-US">
              <a:latin typeface="Arial" panose="020B0604020202020204" pitchFamily="34" charset="0"/>
            </a:endParaRPr>
          </a:p>
        </p:txBody>
      </p:sp>
    </p:spTree>
    <p:extLst>
      <p:ext uri="{BB962C8B-B14F-4D97-AF65-F5344CB8AC3E}">
        <p14:creationId xmlns:p14="http://schemas.microsoft.com/office/powerpoint/2010/main" val="428048357"/>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defRPr>
            </a:lvl1pPr>
            <a:lvl2pPr marL="742950" indent="-285750">
              <a:spcBef>
                <a:spcPct val="30000"/>
              </a:spcBef>
              <a:defRPr sz="1200">
                <a:solidFill>
                  <a:schemeClr val="tx1"/>
                </a:solidFill>
                <a:latin typeface="Arial" panose="020B0604020202020204" pitchFamily="34" charset="0"/>
              </a:defRPr>
            </a:lvl2pPr>
            <a:lvl3pPr marL="1143000" indent="-228600">
              <a:spcBef>
                <a:spcPct val="30000"/>
              </a:spcBef>
              <a:defRPr sz="1200">
                <a:solidFill>
                  <a:schemeClr val="tx1"/>
                </a:solidFill>
                <a:latin typeface="Arial" panose="020B0604020202020204" pitchFamily="34" charset="0"/>
              </a:defRPr>
            </a:lvl3pPr>
            <a:lvl4pPr marL="1600200" indent="-228600">
              <a:spcBef>
                <a:spcPct val="30000"/>
              </a:spcBef>
              <a:defRPr sz="1200">
                <a:solidFill>
                  <a:schemeClr val="tx1"/>
                </a:solidFill>
                <a:latin typeface="Arial" panose="020B0604020202020204" pitchFamily="34" charset="0"/>
              </a:defRPr>
            </a:lvl4pPr>
            <a:lvl5pPr marL="2057400" indent="-228600">
              <a:spcBef>
                <a:spcPct val="30000"/>
              </a:spcBef>
              <a:defRPr sz="1200">
                <a:solidFill>
                  <a:schemeClr val="tx1"/>
                </a:solidFill>
                <a:latin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defRPr>
            </a:lvl9pPr>
          </a:lstStyle>
          <a:p>
            <a:pPr>
              <a:spcBef>
                <a:spcPct val="0"/>
              </a:spcBef>
            </a:pPr>
            <a:fld id="{7D53203D-C469-4A3F-8C2F-F53B0CE10AC2}" type="slidenum">
              <a:rPr lang="en-US" altLang="en-US" smtClean="0"/>
              <a:pPr>
                <a:spcBef>
                  <a:spcPct val="0"/>
                </a:spcBef>
              </a:pPr>
              <a:t>43</a:t>
            </a:fld>
            <a:endParaRPr lang="en-US" altLang="en-US"/>
          </a:p>
        </p:txBody>
      </p:sp>
      <p:sp>
        <p:nvSpPr>
          <p:cNvPr id="56323" name="Rectangle 2"/>
          <p:cNvSpPr>
            <a:spLocks noGrp="1" noRot="1" noChangeAspect="1" noChangeArrowheads="1" noTextEdit="1"/>
          </p:cNvSpPr>
          <p:nvPr>
            <p:ph type="sldImg"/>
          </p:nvPr>
        </p:nvSpPr>
        <p:spPr>
          <a:solidFill>
            <a:srgbClr val="FFFFFF"/>
          </a:solidFill>
          <a:ln/>
        </p:spPr>
      </p:sp>
      <p:sp>
        <p:nvSpPr>
          <p:cNvPr id="56324" name="Rectangle 3"/>
          <p:cNvSpPr>
            <a:spLocks noGrp="1" noChangeArrowheads="1"/>
          </p:cNvSpPr>
          <p:nvPr>
            <p:ph type="body" idx="1"/>
          </p:nvPr>
        </p:nvSpPr>
        <p:spPr>
          <a:solidFill>
            <a:srgbClr val="FFFFFF"/>
          </a:solidFill>
          <a:ln>
            <a:solidFill>
              <a:srgbClr val="000000"/>
            </a:solidFill>
          </a:ln>
        </p:spPr>
        <p:txBody>
          <a:bodyPr/>
          <a:lstStyle/>
          <a:p>
            <a:endParaRPr lang="en-US" altLang="en-US">
              <a:latin typeface="Arial" panose="020B0604020202020204" pitchFamily="34" charset="0"/>
            </a:endParaRPr>
          </a:p>
        </p:txBody>
      </p:sp>
    </p:spTree>
    <p:extLst>
      <p:ext uri="{BB962C8B-B14F-4D97-AF65-F5344CB8AC3E}">
        <p14:creationId xmlns:p14="http://schemas.microsoft.com/office/powerpoint/2010/main" val="3226056768"/>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defRPr>
            </a:lvl1pPr>
            <a:lvl2pPr marL="742950" indent="-285750">
              <a:spcBef>
                <a:spcPct val="30000"/>
              </a:spcBef>
              <a:defRPr sz="1200">
                <a:solidFill>
                  <a:schemeClr val="tx1"/>
                </a:solidFill>
                <a:latin typeface="Arial" panose="020B0604020202020204" pitchFamily="34" charset="0"/>
              </a:defRPr>
            </a:lvl2pPr>
            <a:lvl3pPr marL="1143000" indent="-228600">
              <a:spcBef>
                <a:spcPct val="30000"/>
              </a:spcBef>
              <a:defRPr sz="1200">
                <a:solidFill>
                  <a:schemeClr val="tx1"/>
                </a:solidFill>
                <a:latin typeface="Arial" panose="020B0604020202020204" pitchFamily="34" charset="0"/>
              </a:defRPr>
            </a:lvl3pPr>
            <a:lvl4pPr marL="1600200" indent="-228600">
              <a:spcBef>
                <a:spcPct val="30000"/>
              </a:spcBef>
              <a:defRPr sz="1200">
                <a:solidFill>
                  <a:schemeClr val="tx1"/>
                </a:solidFill>
                <a:latin typeface="Arial" panose="020B0604020202020204" pitchFamily="34" charset="0"/>
              </a:defRPr>
            </a:lvl4pPr>
            <a:lvl5pPr marL="2057400" indent="-228600">
              <a:spcBef>
                <a:spcPct val="30000"/>
              </a:spcBef>
              <a:defRPr sz="1200">
                <a:solidFill>
                  <a:schemeClr val="tx1"/>
                </a:solidFill>
                <a:latin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defRPr>
            </a:lvl9pPr>
          </a:lstStyle>
          <a:p>
            <a:pPr>
              <a:spcBef>
                <a:spcPct val="0"/>
              </a:spcBef>
            </a:pPr>
            <a:fld id="{7D53203D-C469-4A3F-8C2F-F53B0CE10AC2}" type="slidenum">
              <a:rPr lang="en-US" altLang="en-US" smtClean="0"/>
              <a:pPr>
                <a:spcBef>
                  <a:spcPct val="0"/>
                </a:spcBef>
              </a:pPr>
              <a:t>44</a:t>
            </a:fld>
            <a:endParaRPr lang="en-US" altLang="en-US"/>
          </a:p>
        </p:txBody>
      </p:sp>
      <p:sp>
        <p:nvSpPr>
          <p:cNvPr id="56323" name="Rectangle 2"/>
          <p:cNvSpPr>
            <a:spLocks noGrp="1" noRot="1" noChangeAspect="1" noChangeArrowheads="1" noTextEdit="1"/>
          </p:cNvSpPr>
          <p:nvPr>
            <p:ph type="sldImg"/>
          </p:nvPr>
        </p:nvSpPr>
        <p:spPr>
          <a:solidFill>
            <a:srgbClr val="FFFFFF"/>
          </a:solidFill>
          <a:ln/>
        </p:spPr>
      </p:sp>
      <p:sp>
        <p:nvSpPr>
          <p:cNvPr id="56324" name="Rectangle 3"/>
          <p:cNvSpPr>
            <a:spLocks noGrp="1" noChangeArrowheads="1"/>
          </p:cNvSpPr>
          <p:nvPr>
            <p:ph type="body" idx="1"/>
          </p:nvPr>
        </p:nvSpPr>
        <p:spPr>
          <a:solidFill>
            <a:srgbClr val="FFFFFF"/>
          </a:solidFill>
          <a:ln>
            <a:solidFill>
              <a:srgbClr val="000000"/>
            </a:solidFill>
          </a:ln>
        </p:spPr>
        <p:txBody>
          <a:bodyPr/>
          <a:lstStyle/>
          <a:p>
            <a:endParaRPr lang="en-US" altLang="en-US">
              <a:latin typeface="Arial" panose="020B0604020202020204" pitchFamily="34" charset="0"/>
            </a:endParaRPr>
          </a:p>
        </p:txBody>
      </p:sp>
    </p:spTree>
    <p:extLst>
      <p:ext uri="{BB962C8B-B14F-4D97-AF65-F5344CB8AC3E}">
        <p14:creationId xmlns:p14="http://schemas.microsoft.com/office/powerpoint/2010/main" val="3484158947"/>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defRPr>
            </a:lvl1pPr>
            <a:lvl2pPr marL="742950" indent="-285750">
              <a:spcBef>
                <a:spcPct val="30000"/>
              </a:spcBef>
              <a:defRPr sz="1200">
                <a:solidFill>
                  <a:schemeClr val="tx1"/>
                </a:solidFill>
                <a:latin typeface="Arial" panose="020B0604020202020204" pitchFamily="34" charset="0"/>
              </a:defRPr>
            </a:lvl2pPr>
            <a:lvl3pPr marL="1143000" indent="-228600">
              <a:spcBef>
                <a:spcPct val="30000"/>
              </a:spcBef>
              <a:defRPr sz="1200">
                <a:solidFill>
                  <a:schemeClr val="tx1"/>
                </a:solidFill>
                <a:latin typeface="Arial" panose="020B0604020202020204" pitchFamily="34" charset="0"/>
              </a:defRPr>
            </a:lvl3pPr>
            <a:lvl4pPr marL="1600200" indent="-228600">
              <a:spcBef>
                <a:spcPct val="30000"/>
              </a:spcBef>
              <a:defRPr sz="1200">
                <a:solidFill>
                  <a:schemeClr val="tx1"/>
                </a:solidFill>
                <a:latin typeface="Arial" panose="020B0604020202020204" pitchFamily="34" charset="0"/>
              </a:defRPr>
            </a:lvl4pPr>
            <a:lvl5pPr marL="2057400" indent="-228600">
              <a:spcBef>
                <a:spcPct val="30000"/>
              </a:spcBef>
              <a:defRPr sz="1200">
                <a:solidFill>
                  <a:schemeClr val="tx1"/>
                </a:solidFill>
                <a:latin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defRPr>
            </a:lvl9pPr>
          </a:lstStyle>
          <a:p>
            <a:pPr>
              <a:spcBef>
                <a:spcPct val="0"/>
              </a:spcBef>
            </a:pPr>
            <a:fld id="{7D53203D-C469-4A3F-8C2F-F53B0CE10AC2}" type="slidenum">
              <a:rPr lang="en-US" altLang="en-US" smtClean="0"/>
              <a:pPr>
                <a:spcBef>
                  <a:spcPct val="0"/>
                </a:spcBef>
              </a:pPr>
              <a:t>45</a:t>
            </a:fld>
            <a:endParaRPr lang="en-US" altLang="en-US"/>
          </a:p>
        </p:txBody>
      </p:sp>
      <p:sp>
        <p:nvSpPr>
          <p:cNvPr id="56323" name="Rectangle 2"/>
          <p:cNvSpPr>
            <a:spLocks noGrp="1" noRot="1" noChangeAspect="1" noChangeArrowheads="1" noTextEdit="1"/>
          </p:cNvSpPr>
          <p:nvPr>
            <p:ph type="sldImg"/>
          </p:nvPr>
        </p:nvSpPr>
        <p:spPr>
          <a:solidFill>
            <a:srgbClr val="FFFFFF"/>
          </a:solidFill>
          <a:ln/>
        </p:spPr>
      </p:sp>
      <p:sp>
        <p:nvSpPr>
          <p:cNvPr id="56324" name="Rectangle 3"/>
          <p:cNvSpPr>
            <a:spLocks noGrp="1" noChangeArrowheads="1"/>
          </p:cNvSpPr>
          <p:nvPr>
            <p:ph type="body" idx="1"/>
          </p:nvPr>
        </p:nvSpPr>
        <p:spPr>
          <a:solidFill>
            <a:srgbClr val="FFFFFF"/>
          </a:solidFill>
          <a:ln>
            <a:solidFill>
              <a:srgbClr val="000000"/>
            </a:solidFill>
          </a:ln>
        </p:spPr>
        <p:txBody>
          <a:bodyPr/>
          <a:lstStyle/>
          <a:p>
            <a:endParaRPr lang="en-US" altLang="en-US">
              <a:latin typeface="Arial" panose="020B0604020202020204" pitchFamily="34" charset="0"/>
            </a:endParaRPr>
          </a:p>
        </p:txBody>
      </p:sp>
    </p:spTree>
    <p:extLst>
      <p:ext uri="{BB962C8B-B14F-4D97-AF65-F5344CB8AC3E}">
        <p14:creationId xmlns:p14="http://schemas.microsoft.com/office/powerpoint/2010/main" val="2194029118"/>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defRPr>
            </a:lvl1pPr>
            <a:lvl2pPr marL="742950" indent="-285750">
              <a:spcBef>
                <a:spcPct val="30000"/>
              </a:spcBef>
              <a:defRPr sz="1200">
                <a:solidFill>
                  <a:schemeClr val="tx1"/>
                </a:solidFill>
                <a:latin typeface="Arial" panose="020B0604020202020204" pitchFamily="34" charset="0"/>
              </a:defRPr>
            </a:lvl2pPr>
            <a:lvl3pPr marL="1143000" indent="-228600">
              <a:spcBef>
                <a:spcPct val="30000"/>
              </a:spcBef>
              <a:defRPr sz="1200">
                <a:solidFill>
                  <a:schemeClr val="tx1"/>
                </a:solidFill>
                <a:latin typeface="Arial" panose="020B0604020202020204" pitchFamily="34" charset="0"/>
              </a:defRPr>
            </a:lvl3pPr>
            <a:lvl4pPr marL="1600200" indent="-228600">
              <a:spcBef>
                <a:spcPct val="30000"/>
              </a:spcBef>
              <a:defRPr sz="1200">
                <a:solidFill>
                  <a:schemeClr val="tx1"/>
                </a:solidFill>
                <a:latin typeface="Arial" panose="020B0604020202020204" pitchFamily="34" charset="0"/>
              </a:defRPr>
            </a:lvl4pPr>
            <a:lvl5pPr marL="2057400" indent="-228600">
              <a:spcBef>
                <a:spcPct val="30000"/>
              </a:spcBef>
              <a:defRPr sz="1200">
                <a:solidFill>
                  <a:schemeClr val="tx1"/>
                </a:solidFill>
                <a:latin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defRPr>
            </a:lvl9pPr>
          </a:lstStyle>
          <a:p>
            <a:pPr>
              <a:spcBef>
                <a:spcPct val="0"/>
              </a:spcBef>
            </a:pPr>
            <a:fld id="{7D53203D-C469-4A3F-8C2F-F53B0CE10AC2}" type="slidenum">
              <a:rPr lang="en-US" altLang="en-US" smtClean="0"/>
              <a:pPr>
                <a:spcBef>
                  <a:spcPct val="0"/>
                </a:spcBef>
              </a:pPr>
              <a:t>46</a:t>
            </a:fld>
            <a:endParaRPr lang="en-US" altLang="en-US"/>
          </a:p>
        </p:txBody>
      </p:sp>
      <p:sp>
        <p:nvSpPr>
          <p:cNvPr id="56323" name="Rectangle 2"/>
          <p:cNvSpPr>
            <a:spLocks noGrp="1" noRot="1" noChangeAspect="1" noChangeArrowheads="1" noTextEdit="1"/>
          </p:cNvSpPr>
          <p:nvPr>
            <p:ph type="sldImg"/>
          </p:nvPr>
        </p:nvSpPr>
        <p:spPr>
          <a:solidFill>
            <a:srgbClr val="FFFFFF"/>
          </a:solidFill>
          <a:ln/>
        </p:spPr>
      </p:sp>
      <p:sp>
        <p:nvSpPr>
          <p:cNvPr id="56324" name="Rectangle 3"/>
          <p:cNvSpPr>
            <a:spLocks noGrp="1" noChangeArrowheads="1"/>
          </p:cNvSpPr>
          <p:nvPr>
            <p:ph type="body" idx="1"/>
          </p:nvPr>
        </p:nvSpPr>
        <p:spPr>
          <a:solidFill>
            <a:srgbClr val="FFFFFF"/>
          </a:solidFill>
          <a:ln>
            <a:solidFill>
              <a:srgbClr val="000000"/>
            </a:solidFill>
          </a:ln>
        </p:spPr>
        <p:txBody>
          <a:bodyPr/>
          <a:lstStyle/>
          <a:p>
            <a:endParaRPr lang="en-US" altLang="en-US">
              <a:latin typeface="Arial" panose="020B0604020202020204" pitchFamily="34" charset="0"/>
            </a:endParaRPr>
          </a:p>
        </p:txBody>
      </p:sp>
    </p:spTree>
    <p:extLst>
      <p:ext uri="{BB962C8B-B14F-4D97-AF65-F5344CB8AC3E}">
        <p14:creationId xmlns:p14="http://schemas.microsoft.com/office/powerpoint/2010/main" val="4543352"/>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defRPr>
            </a:lvl1pPr>
            <a:lvl2pPr marL="742950" indent="-285750">
              <a:spcBef>
                <a:spcPct val="30000"/>
              </a:spcBef>
              <a:defRPr sz="1200">
                <a:solidFill>
                  <a:schemeClr val="tx1"/>
                </a:solidFill>
                <a:latin typeface="Arial" panose="020B0604020202020204" pitchFamily="34" charset="0"/>
              </a:defRPr>
            </a:lvl2pPr>
            <a:lvl3pPr marL="1143000" indent="-228600">
              <a:spcBef>
                <a:spcPct val="30000"/>
              </a:spcBef>
              <a:defRPr sz="1200">
                <a:solidFill>
                  <a:schemeClr val="tx1"/>
                </a:solidFill>
                <a:latin typeface="Arial" panose="020B0604020202020204" pitchFamily="34" charset="0"/>
              </a:defRPr>
            </a:lvl3pPr>
            <a:lvl4pPr marL="1600200" indent="-228600">
              <a:spcBef>
                <a:spcPct val="30000"/>
              </a:spcBef>
              <a:defRPr sz="1200">
                <a:solidFill>
                  <a:schemeClr val="tx1"/>
                </a:solidFill>
                <a:latin typeface="Arial" panose="020B0604020202020204" pitchFamily="34" charset="0"/>
              </a:defRPr>
            </a:lvl4pPr>
            <a:lvl5pPr marL="2057400" indent="-228600">
              <a:spcBef>
                <a:spcPct val="30000"/>
              </a:spcBef>
              <a:defRPr sz="1200">
                <a:solidFill>
                  <a:schemeClr val="tx1"/>
                </a:solidFill>
                <a:latin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defRPr>
            </a:lvl9pPr>
          </a:lstStyle>
          <a:p>
            <a:pPr>
              <a:spcBef>
                <a:spcPct val="0"/>
              </a:spcBef>
            </a:pPr>
            <a:fld id="{7D53203D-C469-4A3F-8C2F-F53B0CE10AC2}" type="slidenum">
              <a:rPr lang="en-US" altLang="en-US" smtClean="0"/>
              <a:pPr>
                <a:spcBef>
                  <a:spcPct val="0"/>
                </a:spcBef>
              </a:pPr>
              <a:t>47</a:t>
            </a:fld>
            <a:endParaRPr lang="en-US" altLang="en-US"/>
          </a:p>
        </p:txBody>
      </p:sp>
      <p:sp>
        <p:nvSpPr>
          <p:cNvPr id="56323" name="Rectangle 2"/>
          <p:cNvSpPr>
            <a:spLocks noGrp="1" noRot="1" noChangeAspect="1" noChangeArrowheads="1" noTextEdit="1"/>
          </p:cNvSpPr>
          <p:nvPr>
            <p:ph type="sldImg"/>
          </p:nvPr>
        </p:nvSpPr>
        <p:spPr>
          <a:solidFill>
            <a:srgbClr val="FFFFFF"/>
          </a:solidFill>
          <a:ln/>
        </p:spPr>
      </p:sp>
      <p:sp>
        <p:nvSpPr>
          <p:cNvPr id="56324" name="Rectangle 3"/>
          <p:cNvSpPr>
            <a:spLocks noGrp="1" noChangeArrowheads="1"/>
          </p:cNvSpPr>
          <p:nvPr>
            <p:ph type="body" idx="1"/>
          </p:nvPr>
        </p:nvSpPr>
        <p:spPr>
          <a:solidFill>
            <a:srgbClr val="FFFFFF"/>
          </a:solidFill>
          <a:ln>
            <a:solidFill>
              <a:srgbClr val="000000"/>
            </a:solidFill>
          </a:ln>
        </p:spPr>
        <p:txBody>
          <a:bodyPr/>
          <a:lstStyle/>
          <a:p>
            <a:endParaRPr lang="en-US" altLang="en-US">
              <a:latin typeface="Arial" panose="020B0604020202020204" pitchFamily="34" charset="0"/>
            </a:endParaRPr>
          </a:p>
        </p:txBody>
      </p:sp>
    </p:spTree>
    <p:extLst>
      <p:ext uri="{BB962C8B-B14F-4D97-AF65-F5344CB8AC3E}">
        <p14:creationId xmlns:p14="http://schemas.microsoft.com/office/powerpoint/2010/main" val="3352464558"/>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defRPr>
            </a:lvl1pPr>
            <a:lvl2pPr marL="742950" indent="-285750">
              <a:spcBef>
                <a:spcPct val="30000"/>
              </a:spcBef>
              <a:defRPr sz="1200">
                <a:solidFill>
                  <a:schemeClr val="tx1"/>
                </a:solidFill>
                <a:latin typeface="Arial" panose="020B0604020202020204" pitchFamily="34" charset="0"/>
              </a:defRPr>
            </a:lvl2pPr>
            <a:lvl3pPr marL="1143000" indent="-228600">
              <a:spcBef>
                <a:spcPct val="30000"/>
              </a:spcBef>
              <a:defRPr sz="1200">
                <a:solidFill>
                  <a:schemeClr val="tx1"/>
                </a:solidFill>
                <a:latin typeface="Arial" panose="020B0604020202020204" pitchFamily="34" charset="0"/>
              </a:defRPr>
            </a:lvl3pPr>
            <a:lvl4pPr marL="1600200" indent="-228600">
              <a:spcBef>
                <a:spcPct val="30000"/>
              </a:spcBef>
              <a:defRPr sz="1200">
                <a:solidFill>
                  <a:schemeClr val="tx1"/>
                </a:solidFill>
                <a:latin typeface="Arial" panose="020B0604020202020204" pitchFamily="34" charset="0"/>
              </a:defRPr>
            </a:lvl4pPr>
            <a:lvl5pPr marL="2057400" indent="-228600">
              <a:spcBef>
                <a:spcPct val="30000"/>
              </a:spcBef>
              <a:defRPr sz="1200">
                <a:solidFill>
                  <a:schemeClr val="tx1"/>
                </a:solidFill>
                <a:latin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defRPr>
            </a:lvl9pPr>
          </a:lstStyle>
          <a:p>
            <a:pPr>
              <a:spcBef>
                <a:spcPct val="0"/>
              </a:spcBef>
            </a:pPr>
            <a:fld id="{7D53203D-C469-4A3F-8C2F-F53B0CE10AC2}" type="slidenum">
              <a:rPr lang="en-US" altLang="en-US" smtClean="0"/>
              <a:pPr>
                <a:spcBef>
                  <a:spcPct val="0"/>
                </a:spcBef>
              </a:pPr>
              <a:t>48</a:t>
            </a:fld>
            <a:endParaRPr lang="en-US" altLang="en-US"/>
          </a:p>
        </p:txBody>
      </p:sp>
      <p:sp>
        <p:nvSpPr>
          <p:cNvPr id="56323" name="Rectangle 2"/>
          <p:cNvSpPr>
            <a:spLocks noGrp="1" noRot="1" noChangeAspect="1" noChangeArrowheads="1" noTextEdit="1"/>
          </p:cNvSpPr>
          <p:nvPr>
            <p:ph type="sldImg"/>
          </p:nvPr>
        </p:nvSpPr>
        <p:spPr>
          <a:solidFill>
            <a:srgbClr val="FFFFFF"/>
          </a:solidFill>
          <a:ln/>
        </p:spPr>
      </p:sp>
      <p:sp>
        <p:nvSpPr>
          <p:cNvPr id="56324" name="Rectangle 3"/>
          <p:cNvSpPr>
            <a:spLocks noGrp="1" noChangeArrowheads="1"/>
          </p:cNvSpPr>
          <p:nvPr>
            <p:ph type="body" idx="1"/>
          </p:nvPr>
        </p:nvSpPr>
        <p:spPr>
          <a:solidFill>
            <a:srgbClr val="FFFFFF"/>
          </a:solidFill>
          <a:ln>
            <a:solidFill>
              <a:srgbClr val="000000"/>
            </a:solidFill>
          </a:ln>
        </p:spPr>
        <p:txBody>
          <a:bodyPr/>
          <a:lstStyle/>
          <a:p>
            <a:endParaRPr lang="en-US" altLang="en-US">
              <a:latin typeface="Arial" panose="020B0604020202020204" pitchFamily="34" charset="0"/>
            </a:endParaRPr>
          </a:p>
        </p:txBody>
      </p:sp>
    </p:spTree>
    <p:extLst>
      <p:ext uri="{BB962C8B-B14F-4D97-AF65-F5344CB8AC3E}">
        <p14:creationId xmlns:p14="http://schemas.microsoft.com/office/powerpoint/2010/main" val="302169730"/>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defRPr>
            </a:lvl1pPr>
            <a:lvl2pPr marL="742950" indent="-285750">
              <a:spcBef>
                <a:spcPct val="30000"/>
              </a:spcBef>
              <a:defRPr sz="1200">
                <a:solidFill>
                  <a:schemeClr val="tx1"/>
                </a:solidFill>
                <a:latin typeface="Arial" panose="020B0604020202020204" pitchFamily="34" charset="0"/>
              </a:defRPr>
            </a:lvl2pPr>
            <a:lvl3pPr marL="1143000" indent="-228600">
              <a:spcBef>
                <a:spcPct val="30000"/>
              </a:spcBef>
              <a:defRPr sz="1200">
                <a:solidFill>
                  <a:schemeClr val="tx1"/>
                </a:solidFill>
                <a:latin typeface="Arial" panose="020B0604020202020204" pitchFamily="34" charset="0"/>
              </a:defRPr>
            </a:lvl3pPr>
            <a:lvl4pPr marL="1600200" indent="-228600">
              <a:spcBef>
                <a:spcPct val="30000"/>
              </a:spcBef>
              <a:defRPr sz="1200">
                <a:solidFill>
                  <a:schemeClr val="tx1"/>
                </a:solidFill>
                <a:latin typeface="Arial" panose="020B0604020202020204" pitchFamily="34" charset="0"/>
              </a:defRPr>
            </a:lvl4pPr>
            <a:lvl5pPr marL="2057400" indent="-228600">
              <a:spcBef>
                <a:spcPct val="30000"/>
              </a:spcBef>
              <a:defRPr sz="1200">
                <a:solidFill>
                  <a:schemeClr val="tx1"/>
                </a:solidFill>
                <a:latin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defRPr>
            </a:lvl9pPr>
          </a:lstStyle>
          <a:p>
            <a:pPr>
              <a:spcBef>
                <a:spcPct val="0"/>
              </a:spcBef>
            </a:pPr>
            <a:fld id="{7D53203D-C469-4A3F-8C2F-F53B0CE10AC2}" type="slidenum">
              <a:rPr lang="en-US" altLang="en-US" smtClean="0"/>
              <a:pPr>
                <a:spcBef>
                  <a:spcPct val="0"/>
                </a:spcBef>
              </a:pPr>
              <a:t>49</a:t>
            </a:fld>
            <a:endParaRPr lang="en-US" altLang="en-US"/>
          </a:p>
        </p:txBody>
      </p:sp>
      <p:sp>
        <p:nvSpPr>
          <p:cNvPr id="56323" name="Rectangle 2"/>
          <p:cNvSpPr>
            <a:spLocks noGrp="1" noRot="1" noChangeAspect="1" noChangeArrowheads="1" noTextEdit="1"/>
          </p:cNvSpPr>
          <p:nvPr>
            <p:ph type="sldImg"/>
          </p:nvPr>
        </p:nvSpPr>
        <p:spPr>
          <a:solidFill>
            <a:srgbClr val="FFFFFF"/>
          </a:solidFill>
          <a:ln/>
        </p:spPr>
      </p:sp>
      <p:sp>
        <p:nvSpPr>
          <p:cNvPr id="56324" name="Rectangle 3"/>
          <p:cNvSpPr>
            <a:spLocks noGrp="1" noChangeArrowheads="1"/>
          </p:cNvSpPr>
          <p:nvPr>
            <p:ph type="body" idx="1"/>
          </p:nvPr>
        </p:nvSpPr>
        <p:spPr>
          <a:solidFill>
            <a:srgbClr val="FFFFFF"/>
          </a:solidFill>
          <a:ln>
            <a:solidFill>
              <a:srgbClr val="000000"/>
            </a:solidFill>
          </a:ln>
        </p:spPr>
        <p:txBody>
          <a:bodyPr/>
          <a:lstStyle/>
          <a:p>
            <a:endParaRPr lang="en-US" altLang="en-US">
              <a:latin typeface="Arial" panose="020B0604020202020204" pitchFamily="34" charset="0"/>
            </a:endParaRPr>
          </a:p>
        </p:txBody>
      </p:sp>
    </p:spTree>
    <p:extLst>
      <p:ext uri="{BB962C8B-B14F-4D97-AF65-F5344CB8AC3E}">
        <p14:creationId xmlns:p14="http://schemas.microsoft.com/office/powerpoint/2010/main" val="3579531283"/>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defRPr>
            </a:lvl1pPr>
            <a:lvl2pPr marL="742950" indent="-285750">
              <a:spcBef>
                <a:spcPct val="30000"/>
              </a:spcBef>
              <a:defRPr sz="1200">
                <a:solidFill>
                  <a:schemeClr val="tx1"/>
                </a:solidFill>
                <a:latin typeface="Arial" panose="020B0604020202020204" pitchFamily="34" charset="0"/>
              </a:defRPr>
            </a:lvl2pPr>
            <a:lvl3pPr marL="1143000" indent="-228600">
              <a:spcBef>
                <a:spcPct val="30000"/>
              </a:spcBef>
              <a:defRPr sz="1200">
                <a:solidFill>
                  <a:schemeClr val="tx1"/>
                </a:solidFill>
                <a:latin typeface="Arial" panose="020B0604020202020204" pitchFamily="34" charset="0"/>
              </a:defRPr>
            </a:lvl3pPr>
            <a:lvl4pPr marL="1600200" indent="-228600">
              <a:spcBef>
                <a:spcPct val="30000"/>
              </a:spcBef>
              <a:defRPr sz="1200">
                <a:solidFill>
                  <a:schemeClr val="tx1"/>
                </a:solidFill>
                <a:latin typeface="Arial" panose="020B0604020202020204" pitchFamily="34" charset="0"/>
              </a:defRPr>
            </a:lvl4pPr>
            <a:lvl5pPr marL="2057400" indent="-228600">
              <a:spcBef>
                <a:spcPct val="30000"/>
              </a:spcBef>
              <a:defRPr sz="1200">
                <a:solidFill>
                  <a:schemeClr val="tx1"/>
                </a:solidFill>
                <a:latin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defRPr>
            </a:lvl9pPr>
          </a:lstStyle>
          <a:p>
            <a:pPr>
              <a:spcBef>
                <a:spcPct val="0"/>
              </a:spcBef>
            </a:pPr>
            <a:fld id="{7D53203D-C469-4A3F-8C2F-F53B0CE10AC2}" type="slidenum">
              <a:rPr lang="en-US" altLang="en-US" smtClean="0"/>
              <a:pPr>
                <a:spcBef>
                  <a:spcPct val="0"/>
                </a:spcBef>
              </a:pPr>
              <a:t>50</a:t>
            </a:fld>
            <a:endParaRPr lang="en-US" altLang="en-US"/>
          </a:p>
        </p:txBody>
      </p:sp>
      <p:sp>
        <p:nvSpPr>
          <p:cNvPr id="56323" name="Rectangle 2"/>
          <p:cNvSpPr>
            <a:spLocks noGrp="1" noRot="1" noChangeAspect="1" noChangeArrowheads="1" noTextEdit="1"/>
          </p:cNvSpPr>
          <p:nvPr>
            <p:ph type="sldImg"/>
          </p:nvPr>
        </p:nvSpPr>
        <p:spPr>
          <a:solidFill>
            <a:srgbClr val="FFFFFF"/>
          </a:solidFill>
          <a:ln/>
        </p:spPr>
      </p:sp>
      <p:sp>
        <p:nvSpPr>
          <p:cNvPr id="56324" name="Rectangle 3"/>
          <p:cNvSpPr>
            <a:spLocks noGrp="1" noChangeArrowheads="1"/>
          </p:cNvSpPr>
          <p:nvPr>
            <p:ph type="body" idx="1"/>
          </p:nvPr>
        </p:nvSpPr>
        <p:spPr>
          <a:solidFill>
            <a:srgbClr val="FFFFFF"/>
          </a:solidFill>
          <a:ln>
            <a:solidFill>
              <a:srgbClr val="000000"/>
            </a:solidFill>
          </a:ln>
        </p:spPr>
        <p:txBody>
          <a:bodyPr/>
          <a:lstStyle/>
          <a:p>
            <a:endParaRPr lang="en-US" altLang="en-US">
              <a:latin typeface="Arial" panose="020B0604020202020204" pitchFamily="34" charset="0"/>
            </a:endParaRPr>
          </a:p>
        </p:txBody>
      </p:sp>
    </p:spTree>
    <p:extLst>
      <p:ext uri="{BB962C8B-B14F-4D97-AF65-F5344CB8AC3E}">
        <p14:creationId xmlns:p14="http://schemas.microsoft.com/office/powerpoint/2010/main" val="866777888"/>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defRPr>
            </a:lvl1pPr>
            <a:lvl2pPr marL="742950" indent="-285750">
              <a:spcBef>
                <a:spcPct val="30000"/>
              </a:spcBef>
              <a:defRPr sz="1200">
                <a:solidFill>
                  <a:schemeClr val="tx1"/>
                </a:solidFill>
                <a:latin typeface="Arial" panose="020B0604020202020204" pitchFamily="34" charset="0"/>
              </a:defRPr>
            </a:lvl2pPr>
            <a:lvl3pPr marL="1143000" indent="-228600">
              <a:spcBef>
                <a:spcPct val="30000"/>
              </a:spcBef>
              <a:defRPr sz="1200">
                <a:solidFill>
                  <a:schemeClr val="tx1"/>
                </a:solidFill>
                <a:latin typeface="Arial" panose="020B0604020202020204" pitchFamily="34" charset="0"/>
              </a:defRPr>
            </a:lvl3pPr>
            <a:lvl4pPr marL="1600200" indent="-228600">
              <a:spcBef>
                <a:spcPct val="30000"/>
              </a:spcBef>
              <a:defRPr sz="1200">
                <a:solidFill>
                  <a:schemeClr val="tx1"/>
                </a:solidFill>
                <a:latin typeface="Arial" panose="020B0604020202020204" pitchFamily="34" charset="0"/>
              </a:defRPr>
            </a:lvl4pPr>
            <a:lvl5pPr marL="2057400" indent="-228600">
              <a:spcBef>
                <a:spcPct val="30000"/>
              </a:spcBef>
              <a:defRPr sz="1200">
                <a:solidFill>
                  <a:schemeClr val="tx1"/>
                </a:solidFill>
                <a:latin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defRPr>
            </a:lvl9pPr>
          </a:lstStyle>
          <a:p>
            <a:pPr>
              <a:spcBef>
                <a:spcPct val="0"/>
              </a:spcBef>
            </a:pPr>
            <a:fld id="{7D53203D-C469-4A3F-8C2F-F53B0CE10AC2}" type="slidenum">
              <a:rPr lang="en-US" altLang="en-US" smtClean="0"/>
              <a:pPr>
                <a:spcBef>
                  <a:spcPct val="0"/>
                </a:spcBef>
              </a:pPr>
              <a:t>51</a:t>
            </a:fld>
            <a:endParaRPr lang="en-US" altLang="en-US"/>
          </a:p>
        </p:txBody>
      </p:sp>
      <p:sp>
        <p:nvSpPr>
          <p:cNvPr id="56323" name="Rectangle 2"/>
          <p:cNvSpPr>
            <a:spLocks noGrp="1" noRot="1" noChangeAspect="1" noChangeArrowheads="1" noTextEdit="1"/>
          </p:cNvSpPr>
          <p:nvPr>
            <p:ph type="sldImg"/>
          </p:nvPr>
        </p:nvSpPr>
        <p:spPr>
          <a:solidFill>
            <a:srgbClr val="FFFFFF"/>
          </a:solidFill>
          <a:ln/>
        </p:spPr>
      </p:sp>
      <p:sp>
        <p:nvSpPr>
          <p:cNvPr id="56324" name="Rectangle 3"/>
          <p:cNvSpPr>
            <a:spLocks noGrp="1" noChangeArrowheads="1"/>
          </p:cNvSpPr>
          <p:nvPr>
            <p:ph type="body" idx="1"/>
          </p:nvPr>
        </p:nvSpPr>
        <p:spPr>
          <a:solidFill>
            <a:srgbClr val="FFFFFF"/>
          </a:solidFill>
          <a:ln>
            <a:solidFill>
              <a:srgbClr val="000000"/>
            </a:solidFill>
          </a:ln>
        </p:spPr>
        <p:txBody>
          <a:bodyPr/>
          <a:lstStyle/>
          <a:p>
            <a:endParaRPr lang="en-US" altLang="en-US">
              <a:latin typeface="Arial" panose="020B0604020202020204" pitchFamily="34" charset="0"/>
            </a:endParaRPr>
          </a:p>
        </p:txBody>
      </p:sp>
    </p:spTree>
    <p:extLst>
      <p:ext uri="{BB962C8B-B14F-4D97-AF65-F5344CB8AC3E}">
        <p14:creationId xmlns:p14="http://schemas.microsoft.com/office/powerpoint/2010/main" val="4009639617"/>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defRPr>
            </a:lvl1pPr>
            <a:lvl2pPr marL="742950" indent="-285750">
              <a:spcBef>
                <a:spcPct val="30000"/>
              </a:spcBef>
              <a:defRPr sz="1200">
                <a:solidFill>
                  <a:schemeClr val="tx1"/>
                </a:solidFill>
                <a:latin typeface="Arial" panose="020B0604020202020204" pitchFamily="34" charset="0"/>
              </a:defRPr>
            </a:lvl2pPr>
            <a:lvl3pPr marL="1143000" indent="-228600">
              <a:spcBef>
                <a:spcPct val="30000"/>
              </a:spcBef>
              <a:defRPr sz="1200">
                <a:solidFill>
                  <a:schemeClr val="tx1"/>
                </a:solidFill>
                <a:latin typeface="Arial" panose="020B0604020202020204" pitchFamily="34" charset="0"/>
              </a:defRPr>
            </a:lvl3pPr>
            <a:lvl4pPr marL="1600200" indent="-228600">
              <a:spcBef>
                <a:spcPct val="30000"/>
              </a:spcBef>
              <a:defRPr sz="1200">
                <a:solidFill>
                  <a:schemeClr val="tx1"/>
                </a:solidFill>
                <a:latin typeface="Arial" panose="020B0604020202020204" pitchFamily="34" charset="0"/>
              </a:defRPr>
            </a:lvl4pPr>
            <a:lvl5pPr marL="2057400" indent="-228600">
              <a:spcBef>
                <a:spcPct val="30000"/>
              </a:spcBef>
              <a:defRPr sz="1200">
                <a:solidFill>
                  <a:schemeClr val="tx1"/>
                </a:solidFill>
                <a:latin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defRPr>
            </a:lvl9pPr>
          </a:lstStyle>
          <a:p>
            <a:pPr>
              <a:spcBef>
                <a:spcPct val="0"/>
              </a:spcBef>
            </a:pPr>
            <a:fld id="{7D53203D-C469-4A3F-8C2F-F53B0CE10AC2}" type="slidenum">
              <a:rPr lang="en-US" altLang="en-US" smtClean="0"/>
              <a:pPr>
                <a:spcBef>
                  <a:spcPct val="0"/>
                </a:spcBef>
              </a:pPr>
              <a:t>52</a:t>
            </a:fld>
            <a:endParaRPr lang="en-US" altLang="en-US"/>
          </a:p>
        </p:txBody>
      </p:sp>
      <p:sp>
        <p:nvSpPr>
          <p:cNvPr id="56323" name="Rectangle 2"/>
          <p:cNvSpPr>
            <a:spLocks noGrp="1" noRot="1" noChangeAspect="1" noChangeArrowheads="1" noTextEdit="1"/>
          </p:cNvSpPr>
          <p:nvPr>
            <p:ph type="sldImg"/>
          </p:nvPr>
        </p:nvSpPr>
        <p:spPr>
          <a:solidFill>
            <a:srgbClr val="FFFFFF"/>
          </a:solidFill>
          <a:ln/>
        </p:spPr>
      </p:sp>
      <p:sp>
        <p:nvSpPr>
          <p:cNvPr id="56324" name="Rectangle 3"/>
          <p:cNvSpPr>
            <a:spLocks noGrp="1" noChangeArrowheads="1"/>
          </p:cNvSpPr>
          <p:nvPr>
            <p:ph type="body" idx="1"/>
          </p:nvPr>
        </p:nvSpPr>
        <p:spPr>
          <a:solidFill>
            <a:srgbClr val="FFFFFF"/>
          </a:solidFill>
          <a:ln>
            <a:solidFill>
              <a:srgbClr val="000000"/>
            </a:solidFill>
          </a:ln>
        </p:spPr>
        <p:txBody>
          <a:bodyPr/>
          <a:lstStyle/>
          <a:p>
            <a:endParaRPr lang="en-US" altLang="en-US">
              <a:latin typeface="Arial" panose="020B0604020202020204" pitchFamily="34" charset="0"/>
            </a:endParaRPr>
          </a:p>
        </p:txBody>
      </p:sp>
    </p:spTree>
    <p:extLst>
      <p:ext uri="{BB962C8B-B14F-4D97-AF65-F5344CB8AC3E}">
        <p14:creationId xmlns:p14="http://schemas.microsoft.com/office/powerpoint/2010/main" val="129689528"/>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defRPr>
            </a:lvl1pPr>
            <a:lvl2pPr marL="742950" indent="-285750">
              <a:spcBef>
                <a:spcPct val="30000"/>
              </a:spcBef>
              <a:defRPr sz="1200">
                <a:solidFill>
                  <a:schemeClr val="tx1"/>
                </a:solidFill>
                <a:latin typeface="Arial" panose="020B0604020202020204" pitchFamily="34" charset="0"/>
              </a:defRPr>
            </a:lvl2pPr>
            <a:lvl3pPr marL="1143000" indent="-228600">
              <a:spcBef>
                <a:spcPct val="30000"/>
              </a:spcBef>
              <a:defRPr sz="1200">
                <a:solidFill>
                  <a:schemeClr val="tx1"/>
                </a:solidFill>
                <a:latin typeface="Arial" panose="020B0604020202020204" pitchFamily="34" charset="0"/>
              </a:defRPr>
            </a:lvl3pPr>
            <a:lvl4pPr marL="1600200" indent="-228600">
              <a:spcBef>
                <a:spcPct val="30000"/>
              </a:spcBef>
              <a:defRPr sz="1200">
                <a:solidFill>
                  <a:schemeClr val="tx1"/>
                </a:solidFill>
                <a:latin typeface="Arial" panose="020B0604020202020204" pitchFamily="34" charset="0"/>
              </a:defRPr>
            </a:lvl4pPr>
            <a:lvl5pPr marL="2057400" indent="-228600">
              <a:spcBef>
                <a:spcPct val="30000"/>
              </a:spcBef>
              <a:defRPr sz="1200">
                <a:solidFill>
                  <a:schemeClr val="tx1"/>
                </a:solidFill>
                <a:latin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defRPr>
            </a:lvl9pPr>
          </a:lstStyle>
          <a:p>
            <a:pPr>
              <a:spcBef>
                <a:spcPct val="0"/>
              </a:spcBef>
            </a:pPr>
            <a:fld id="{7D53203D-C469-4A3F-8C2F-F53B0CE10AC2}" type="slidenum">
              <a:rPr lang="en-US" altLang="en-US" smtClean="0"/>
              <a:pPr>
                <a:spcBef>
                  <a:spcPct val="0"/>
                </a:spcBef>
              </a:pPr>
              <a:t>53</a:t>
            </a:fld>
            <a:endParaRPr lang="en-US" altLang="en-US"/>
          </a:p>
        </p:txBody>
      </p:sp>
      <p:sp>
        <p:nvSpPr>
          <p:cNvPr id="56323" name="Rectangle 2"/>
          <p:cNvSpPr>
            <a:spLocks noGrp="1" noRot="1" noChangeAspect="1" noChangeArrowheads="1" noTextEdit="1"/>
          </p:cNvSpPr>
          <p:nvPr>
            <p:ph type="sldImg"/>
          </p:nvPr>
        </p:nvSpPr>
        <p:spPr>
          <a:solidFill>
            <a:srgbClr val="FFFFFF"/>
          </a:solidFill>
          <a:ln/>
        </p:spPr>
      </p:sp>
      <p:sp>
        <p:nvSpPr>
          <p:cNvPr id="56324" name="Rectangle 3"/>
          <p:cNvSpPr>
            <a:spLocks noGrp="1" noChangeArrowheads="1"/>
          </p:cNvSpPr>
          <p:nvPr>
            <p:ph type="body" idx="1"/>
          </p:nvPr>
        </p:nvSpPr>
        <p:spPr>
          <a:solidFill>
            <a:srgbClr val="FFFFFF"/>
          </a:solidFill>
          <a:ln>
            <a:solidFill>
              <a:srgbClr val="000000"/>
            </a:solidFill>
          </a:ln>
        </p:spPr>
        <p:txBody>
          <a:bodyPr/>
          <a:lstStyle/>
          <a:p>
            <a:endParaRPr lang="en-US" altLang="en-US">
              <a:latin typeface="Arial" panose="020B0604020202020204" pitchFamily="34" charset="0"/>
            </a:endParaRPr>
          </a:p>
        </p:txBody>
      </p:sp>
    </p:spTree>
    <p:extLst>
      <p:ext uri="{BB962C8B-B14F-4D97-AF65-F5344CB8AC3E}">
        <p14:creationId xmlns:p14="http://schemas.microsoft.com/office/powerpoint/2010/main" val="2370915984"/>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defRPr>
            </a:lvl1pPr>
            <a:lvl2pPr marL="742950" indent="-285750">
              <a:spcBef>
                <a:spcPct val="30000"/>
              </a:spcBef>
              <a:defRPr sz="1200">
                <a:solidFill>
                  <a:schemeClr val="tx1"/>
                </a:solidFill>
                <a:latin typeface="Arial" panose="020B0604020202020204" pitchFamily="34" charset="0"/>
              </a:defRPr>
            </a:lvl2pPr>
            <a:lvl3pPr marL="1143000" indent="-228600">
              <a:spcBef>
                <a:spcPct val="30000"/>
              </a:spcBef>
              <a:defRPr sz="1200">
                <a:solidFill>
                  <a:schemeClr val="tx1"/>
                </a:solidFill>
                <a:latin typeface="Arial" panose="020B0604020202020204" pitchFamily="34" charset="0"/>
              </a:defRPr>
            </a:lvl3pPr>
            <a:lvl4pPr marL="1600200" indent="-228600">
              <a:spcBef>
                <a:spcPct val="30000"/>
              </a:spcBef>
              <a:defRPr sz="1200">
                <a:solidFill>
                  <a:schemeClr val="tx1"/>
                </a:solidFill>
                <a:latin typeface="Arial" panose="020B0604020202020204" pitchFamily="34" charset="0"/>
              </a:defRPr>
            </a:lvl4pPr>
            <a:lvl5pPr marL="2057400" indent="-228600">
              <a:spcBef>
                <a:spcPct val="30000"/>
              </a:spcBef>
              <a:defRPr sz="1200">
                <a:solidFill>
                  <a:schemeClr val="tx1"/>
                </a:solidFill>
                <a:latin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defRPr>
            </a:lvl9pPr>
          </a:lstStyle>
          <a:p>
            <a:pPr>
              <a:spcBef>
                <a:spcPct val="0"/>
              </a:spcBef>
            </a:pPr>
            <a:fld id="{7D53203D-C469-4A3F-8C2F-F53B0CE10AC2}" type="slidenum">
              <a:rPr lang="en-US" altLang="en-US" smtClean="0"/>
              <a:pPr>
                <a:spcBef>
                  <a:spcPct val="0"/>
                </a:spcBef>
              </a:pPr>
              <a:t>54</a:t>
            </a:fld>
            <a:endParaRPr lang="en-US" altLang="en-US"/>
          </a:p>
        </p:txBody>
      </p:sp>
      <p:sp>
        <p:nvSpPr>
          <p:cNvPr id="56323" name="Rectangle 2"/>
          <p:cNvSpPr>
            <a:spLocks noGrp="1" noRot="1" noChangeAspect="1" noChangeArrowheads="1" noTextEdit="1"/>
          </p:cNvSpPr>
          <p:nvPr>
            <p:ph type="sldImg"/>
          </p:nvPr>
        </p:nvSpPr>
        <p:spPr>
          <a:solidFill>
            <a:srgbClr val="FFFFFF"/>
          </a:solidFill>
          <a:ln/>
        </p:spPr>
      </p:sp>
      <p:sp>
        <p:nvSpPr>
          <p:cNvPr id="56324" name="Rectangle 3"/>
          <p:cNvSpPr>
            <a:spLocks noGrp="1" noChangeArrowheads="1"/>
          </p:cNvSpPr>
          <p:nvPr>
            <p:ph type="body" idx="1"/>
          </p:nvPr>
        </p:nvSpPr>
        <p:spPr>
          <a:solidFill>
            <a:srgbClr val="FFFFFF"/>
          </a:solidFill>
          <a:ln>
            <a:solidFill>
              <a:srgbClr val="000000"/>
            </a:solidFill>
          </a:ln>
        </p:spPr>
        <p:txBody>
          <a:bodyPr/>
          <a:lstStyle/>
          <a:p>
            <a:endParaRPr lang="en-US" altLang="en-US">
              <a:latin typeface="Arial" panose="020B0604020202020204" pitchFamily="34" charset="0"/>
            </a:endParaRPr>
          </a:p>
        </p:txBody>
      </p:sp>
    </p:spTree>
    <p:extLst>
      <p:ext uri="{BB962C8B-B14F-4D97-AF65-F5344CB8AC3E}">
        <p14:creationId xmlns:p14="http://schemas.microsoft.com/office/powerpoint/2010/main" val="136155149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a:t>Click to edit Master subtitle style</a:t>
            </a:r>
          </a:p>
        </p:txBody>
      </p:sp>
      <p:sp>
        <p:nvSpPr>
          <p:cNvPr id="4" name="Rectangle 4"/>
          <p:cNvSpPr>
            <a:spLocks noGrp="1" noChangeArrowheads="1"/>
          </p:cNvSpPr>
          <p:nvPr>
            <p:ph type="dt" sz="half" idx="10"/>
          </p:nvPr>
        </p:nvSpPr>
        <p:spPr>
          <a:ln/>
        </p:spPr>
        <p:txBody>
          <a:bodyPr/>
          <a:lstStyle>
            <a:lvl1pPr>
              <a:defRPr/>
            </a:lvl1pPr>
          </a:lstStyle>
          <a:p>
            <a:pPr>
              <a:defRPr/>
            </a:pPr>
            <a:fld id="{DA8CD7C3-7D83-4B83-83B4-7F9D0E6AE817}" type="slidenum">
              <a:rPr lang="en-US" altLang="en-US"/>
              <a:pPr>
                <a:defRPr/>
              </a:pPr>
              <a:t>‹#›</a:t>
            </a:fld>
            <a:endParaRPr lang="en-US" altLang="en-US"/>
          </a:p>
        </p:txBody>
      </p:sp>
      <p:sp>
        <p:nvSpPr>
          <p:cNvPr id="5" name="Rectangle 5"/>
          <p:cNvSpPr>
            <a:spLocks noGrp="1" noChangeArrowheads="1"/>
          </p:cNvSpPr>
          <p:nvPr>
            <p:ph type="ftr" sz="quarter" idx="11"/>
          </p:nvPr>
        </p:nvSpPr>
        <p:spPr>
          <a:ln/>
        </p:spPr>
        <p:txBody>
          <a:bodyPr/>
          <a:lstStyle>
            <a:lvl1pPr>
              <a:defRPr/>
            </a:lvl1pPr>
          </a:lstStyle>
          <a:p>
            <a:pPr>
              <a:defRPr/>
            </a:pPr>
            <a:r>
              <a:rPr lang="en-US"/>
              <a:t>Jiangyu Li, University of Washington</a:t>
            </a:r>
          </a:p>
        </p:txBody>
      </p:sp>
    </p:spTree>
    <p:extLst>
      <p:ext uri="{BB962C8B-B14F-4D97-AF65-F5344CB8AC3E}">
        <p14:creationId xmlns:p14="http://schemas.microsoft.com/office/powerpoint/2010/main" val="174133701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p:cNvSpPr>
            <a:spLocks noGrp="1" noChangeArrowheads="1"/>
          </p:cNvSpPr>
          <p:nvPr>
            <p:ph type="dt" sz="half" idx="10"/>
          </p:nvPr>
        </p:nvSpPr>
        <p:spPr>
          <a:ln/>
        </p:spPr>
        <p:txBody>
          <a:bodyPr/>
          <a:lstStyle>
            <a:lvl1pPr>
              <a:defRPr/>
            </a:lvl1pPr>
          </a:lstStyle>
          <a:p>
            <a:pPr>
              <a:defRPr/>
            </a:pPr>
            <a:fld id="{80D6F2B0-204B-4D7F-AD07-350C3B9B4E1E}" type="slidenum">
              <a:rPr lang="en-US" altLang="en-US"/>
              <a:pPr>
                <a:defRPr/>
              </a:pPr>
              <a:t>‹#›</a:t>
            </a:fld>
            <a:endParaRPr lang="en-US" altLang="en-US"/>
          </a:p>
        </p:txBody>
      </p:sp>
      <p:sp>
        <p:nvSpPr>
          <p:cNvPr id="5" name="Rectangle 5"/>
          <p:cNvSpPr>
            <a:spLocks noGrp="1" noChangeArrowheads="1"/>
          </p:cNvSpPr>
          <p:nvPr>
            <p:ph type="ftr" sz="quarter" idx="11"/>
          </p:nvPr>
        </p:nvSpPr>
        <p:spPr>
          <a:ln/>
        </p:spPr>
        <p:txBody>
          <a:bodyPr/>
          <a:lstStyle>
            <a:lvl1pPr>
              <a:defRPr/>
            </a:lvl1pPr>
          </a:lstStyle>
          <a:p>
            <a:pPr>
              <a:defRPr/>
            </a:pPr>
            <a:r>
              <a:rPr lang="en-US"/>
              <a:t>Jiangyu Li, University of Washington</a:t>
            </a:r>
          </a:p>
        </p:txBody>
      </p:sp>
    </p:spTree>
    <p:extLst>
      <p:ext uri="{BB962C8B-B14F-4D97-AF65-F5344CB8AC3E}">
        <p14:creationId xmlns:p14="http://schemas.microsoft.com/office/powerpoint/2010/main" val="362246522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
        <p:nvSpPr>
          <p:cNvPr id="4" name="Rectangle 4"/>
          <p:cNvSpPr>
            <a:spLocks noGrp="1" noChangeArrowheads="1"/>
          </p:cNvSpPr>
          <p:nvPr>
            <p:ph type="dt" sz="half" idx="10"/>
          </p:nvPr>
        </p:nvSpPr>
        <p:spPr>
          <a:ln/>
        </p:spPr>
        <p:txBody>
          <a:bodyPr/>
          <a:lstStyle>
            <a:lvl1pPr>
              <a:defRPr/>
            </a:lvl1pPr>
          </a:lstStyle>
          <a:p>
            <a:pPr>
              <a:defRPr/>
            </a:pPr>
            <a:fld id="{3E86CD45-43AE-42C3-BEEC-50148E1A67DD}" type="slidenum">
              <a:rPr lang="en-US" altLang="en-US"/>
              <a:pPr>
                <a:defRPr/>
              </a:pPr>
              <a:t>‹#›</a:t>
            </a:fld>
            <a:endParaRPr lang="en-US" altLang="en-US"/>
          </a:p>
        </p:txBody>
      </p:sp>
      <p:sp>
        <p:nvSpPr>
          <p:cNvPr id="5" name="Rectangle 5"/>
          <p:cNvSpPr>
            <a:spLocks noGrp="1" noChangeArrowheads="1"/>
          </p:cNvSpPr>
          <p:nvPr>
            <p:ph type="ftr" sz="quarter" idx="11"/>
          </p:nvPr>
        </p:nvSpPr>
        <p:spPr>
          <a:ln/>
        </p:spPr>
        <p:txBody>
          <a:bodyPr/>
          <a:lstStyle>
            <a:lvl1pPr>
              <a:defRPr/>
            </a:lvl1pPr>
          </a:lstStyle>
          <a:p>
            <a:pPr>
              <a:defRPr/>
            </a:pPr>
            <a:r>
              <a:rPr lang="en-US"/>
              <a:t>Jiangyu Li, University of Washington</a:t>
            </a:r>
          </a:p>
        </p:txBody>
      </p:sp>
    </p:spTree>
    <p:extLst>
      <p:ext uri="{BB962C8B-B14F-4D97-AF65-F5344CB8AC3E}">
        <p14:creationId xmlns:p14="http://schemas.microsoft.com/office/powerpoint/2010/main" val="142950895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4"/>
          <p:cNvSpPr>
            <a:spLocks noGrp="1" noChangeArrowheads="1"/>
          </p:cNvSpPr>
          <p:nvPr>
            <p:ph type="dt" sz="half" idx="10"/>
          </p:nvPr>
        </p:nvSpPr>
        <p:spPr>
          <a:ln/>
        </p:spPr>
        <p:txBody>
          <a:bodyPr/>
          <a:lstStyle>
            <a:lvl1pPr>
              <a:defRPr/>
            </a:lvl1pPr>
          </a:lstStyle>
          <a:p>
            <a:pPr>
              <a:defRPr/>
            </a:pPr>
            <a:fld id="{5A743695-AAFA-45D7-A397-9F52D0AC0A09}" type="slidenum">
              <a:rPr lang="en-US" altLang="en-US"/>
              <a:pPr>
                <a:defRPr/>
              </a:pPr>
              <a:t>‹#›</a:t>
            </a:fld>
            <a:endParaRPr lang="en-US" altLang="en-US"/>
          </a:p>
        </p:txBody>
      </p:sp>
      <p:sp>
        <p:nvSpPr>
          <p:cNvPr id="6" name="Rectangle 5"/>
          <p:cNvSpPr>
            <a:spLocks noGrp="1" noChangeArrowheads="1"/>
          </p:cNvSpPr>
          <p:nvPr>
            <p:ph type="ftr" sz="quarter" idx="11"/>
          </p:nvPr>
        </p:nvSpPr>
        <p:spPr>
          <a:ln/>
        </p:spPr>
        <p:txBody>
          <a:bodyPr/>
          <a:lstStyle>
            <a:lvl1pPr>
              <a:defRPr/>
            </a:lvl1pPr>
          </a:lstStyle>
          <a:p>
            <a:pPr>
              <a:defRPr/>
            </a:pPr>
            <a:r>
              <a:rPr lang="en-US"/>
              <a:t>Jiangyu Li, University of Washington</a:t>
            </a:r>
          </a:p>
        </p:txBody>
      </p:sp>
    </p:spTree>
    <p:extLst>
      <p:ext uri="{BB962C8B-B14F-4D97-AF65-F5344CB8AC3E}">
        <p14:creationId xmlns:p14="http://schemas.microsoft.com/office/powerpoint/2010/main" val="227755802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Rectangle 4"/>
          <p:cNvSpPr>
            <a:spLocks noGrp="1" noChangeArrowheads="1"/>
          </p:cNvSpPr>
          <p:nvPr>
            <p:ph type="dt" sz="half" idx="10"/>
          </p:nvPr>
        </p:nvSpPr>
        <p:spPr>
          <a:ln/>
        </p:spPr>
        <p:txBody>
          <a:bodyPr/>
          <a:lstStyle>
            <a:lvl1pPr>
              <a:defRPr/>
            </a:lvl1pPr>
          </a:lstStyle>
          <a:p>
            <a:pPr>
              <a:defRPr/>
            </a:pPr>
            <a:fld id="{8F57E1CF-A280-42D0-BFF9-F42110D9C41A}" type="slidenum">
              <a:rPr lang="en-US" altLang="en-US"/>
              <a:pPr>
                <a:defRPr/>
              </a:pPr>
              <a:t>‹#›</a:t>
            </a:fld>
            <a:endParaRPr lang="en-US" altLang="en-US"/>
          </a:p>
        </p:txBody>
      </p:sp>
      <p:sp>
        <p:nvSpPr>
          <p:cNvPr id="8" name="Rectangle 5"/>
          <p:cNvSpPr>
            <a:spLocks noGrp="1" noChangeArrowheads="1"/>
          </p:cNvSpPr>
          <p:nvPr>
            <p:ph type="ftr" sz="quarter" idx="11"/>
          </p:nvPr>
        </p:nvSpPr>
        <p:spPr>
          <a:ln/>
        </p:spPr>
        <p:txBody>
          <a:bodyPr/>
          <a:lstStyle>
            <a:lvl1pPr>
              <a:defRPr/>
            </a:lvl1pPr>
          </a:lstStyle>
          <a:p>
            <a:pPr>
              <a:defRPr/>
            </a:pPr>
            <a:r>
              <a:rPr lang="en-US"/>
              <a:t>Jiangyu Li, University of Washington</a:t>
            </a:r>
          </a:p>
        </p:txBody>
      </p:sp>
    </p:spTree>
    <p:extLst>
      <p:ext uri="{BB962C8B-B14F-4D97-AF65-F5344CB8AC3E}">
        <p14:creationId xmlns:p14="http://schemas.microsoft.com/office/powerpoint/2010/main" val="217051459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Rectangle 4"/>
          <p:cNvSpPr>
            <a:spLocks noGrp="1" noChangeArrowheads="1"/>
          </p:cNvSpPr>
          <p:nvPr>
            <p:ph type="dt" sz="half" idx="10"/>
          </p:nvPr>
        </p:nvSpPr>
        <p:spPr>
          <a:ln/>
        </p:spPr>
        <p:txBody>
          <a:bodyPr/>
          <a:lstStyle>
            <a:lvl1pPr>
              <a:defRPr/>
            </a:lvl1pPr>
          </a:lstStyle>
          <a:p>
            <a:pPr>
              <a:defRPr/>
            </a:pPr>
            <a:fld id="{7653C35A-88D6-4D5F-98F7-B08DC4247CEE}" type="slidenum">
              <a:rPr lang="en-US" altLang="en-US"/>
              <a:pPr>
                <a:defRPr/>
              </a:pPr>
              <a:t>‹#›</a:t>
            </a:fld>
            <a:endParaRPr lang="en-US" altLang="en-US"/>
          </a:p>
        </p:txBody>
      </p:sp>
      <p:sp>
        <p:nvSpPr>
          <p:cNvPr id="4" name="Rectangle 5"/>
          <p:cNvSpPr>
            <a:spLocks noGrp="1" noChangeArrowheads="1"/>
          </p:cNvSpPr>
          <p:nvPr>
            <p:ph type="ftr" sz="quarter" idx="11"/>
          </p:nvPr>
        </p:nvSpPr>
        <p:spPr>
          <a:ln/>
        </p:spPr>
        <p:txBody>
          <a:bodyPr/>
          <a:lstStyle>
            <a:lvl1pPr>
              <a:defRPr/>
            </a:lvl1pPr>
          </a:lstStyle>
          <a:p>
            <a:pPr>
              <a:defRPr/>
            </a:pPr>
            <a:r>
              <a:rPr lang="en-US"/>
              <a:t>Jiangyu Li, University of Washington</a:t>
            </a:r>
          </a:p>
        </p:txBody>
      </p:sp>
    </p:spTree>
    <p:extLst>
      <p:ext uri="{BB962C8B-B14F-4D97-AF65-F5344CB8AC3E}">
        <p14:creationId xmlns:p14="http://schemas.microsoft.com/office/powerpoint/2010/main" val="171581539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4"/>
          <p:cNvSpPr>
            <a:spLocks noGrp="1" noChangeArrowheads="1"/>
          </p:cNvSpPr>
          <p:nvPr>
            <p:ph type="dt" sz="half" idx="10"/>
          </p:nvPr>
        </p:nvSpPr>
        <p:spPr>
          <a:ln/>
        </p:spPr>
        <p:txBody>
          <a:bodyPr/>
          <a:lstStyle>
            <a:lvl1pPr>
              <a:defRPr/>
            </a:lvl1pPr>
          </a:lstStyle>
          <a:p>
            <a:pPr>
              <a:defRPr/>
            </a:pPr>
            <a:fld id="{60212CEC-F324-45A9-89D0-AFCF1ACC2DCC}" type="slidenum">
              <a:rPr lang="en-US" altLang="en-US"/>
              <a:pPr>
                <a:defRPr/>
              </a:pPr>
              <a:t>‹#›</a:t>
            </a:fld>
            <a:endParaRPr lang="en-US" altLang="en-US"/>
          </a:p>
        </p:txBody>
      </p:sp>
      <p:sp>
        <p:nvSpPr>
          <p:cNvPr id="3" name="Rectangle 5"/>
          <p:cNvSpPr>
            <a:spLocks noGrp="1" noChangeArrowheads="1"/>
          </p:cNvSpPr>
          <p:nvPr>
            <p:ph type="ftr" sz="quarter" idx="11"/>
          </p:nvPr>
        </p:nvSpPr>
        <p:spPr>
          <a:ln/>
        </p:spPr>
        <p:txBody>
          <a:bodyPr/>
          <a:lstStyle>
            <a:lvl1pPr>
              <a:defRPr/>
            </a:lvl1pPr>
          </a:lstStyle>
          <a:p>
            <a:pPr>
              <a:defRPr/>
            </a:pPr>
            <a:r>
              <a:rPr lang="en-US"/>
              <a:t>Jiangyu Li, University of Washington</a:t>
            </a:r>
          </a:p>
        </p:txBody>
      </p:sp>
    </p:spTree>
    <p:extLst>
      <p:ext uri="{BB962C8B-B14F-4D97-AF65-F5344CB8AC3E}">
        <p14:creationId xmlns:p14="http://schemas.microsoft.com/office/powerpoint/2010/main" val="149549271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4"/>
          <p:cNvSpPr>
            <a:spLocks noGrp="1" noChangeArrowheads="1"/>
          </p:cNvSpPr>
          <p:nvPr>
            <p:ph type="dt" sz="half" idx="10"/>
          </p:nvPr>
        </p:nvSpPr>
        <p:spPr>
          <a:ln/>
        </p:spPr>
        <p:txBody>
          <a:bodyPr/>
          <a:lstStyle>
            <a:lvl1pPr>
              <a:defRPr/>
            </a:lvl1pPr>
          </a:lstStyle>
          <a:p>
            <a:pPr>
              <a:defRPr/>
            </a:pPr>
            <a:fld id="{E6F8A34D-946F-48EA-9724-722FA13B52E3}" type="slidenum">
              <a:rPr lang="en-US" altLang="en-US"/>
              <a:pPr>
                <a:defRPr/>
              </a:pPr>
              <a:t>‹#›</a:t>
            </a:fld>
            <a:endParaRPr lang="en-US" altLang="en-US"/>
          </a:p>
        </p:txBody>
      </p:sp>
      <p:sp>
        <p:nvSpPr>
          <p:cNvPr id="6" name="Rectangle 5"/>
          <p:cNvSpPr>
            <a:spLocks noGrp="1" noChangeArrowheads="1"/>
          </p:cNvSpPr>
          <p:nvPr>
            <p:ph type="ftr" sz="quarter" idx="11"/>
          </p:nvPr>
        </p:nvSpPr>
        <p:spPr>
          <a:ln/>
        </p:spPr>
        <p:txBody>
          <a:bodyPr/>
          <a:lstStyle>
            <a:lvl1pPr>
              <a:defRPr/>
            </a:lvl1pPr>
          </a:lstStyle>
          <a:p>
            <a:pPr>
              <a:defRPr/>
            </a:pPr>
            <a:r>
              <a:rPr lang="en-US"/>
              <a:t>Jiangyu Li, University of Washington</a:t>
            </a:r>
          </a:p>
        </p:txBody>
      </p:sp>
    </p:spTree>
    <p:extLst>
      <p:ext uri="{BB962C8B-B14F-4D97-AF65-F5344CB8AC3E}">
        <p14:creationId xmlns:p14="http://schemas.microsoft.com/office/powerpoint/2010/main" val="320988420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4"/>
          <p:cNvSpPr>
            <a:spLocks noGrp="1" noChangeArrowheads="1"/>
          </p:cNvSpPr>
          <p:nvPr>
            <p:ph type="dt" sz="half" idx="10"/>
          </p:nvPr>
        </p:nvSpPr>
        <p:spPr>
          <a:ln/>
        </p:spPr>
        <p:txBody>
          <a:bodyPr/>
          <a:lstStyle>
            <a:lvl1pPr>
              <a:defRPr/>
            </a:lvl1pPr>
          </a:lstStyle>
          <a:p>
            <a:pPr>
              <a:defRPr/>
            </a:pPr>
            <a:fld id="{CDEAB7B1-F2D4-4B2D-BD11-A88BEE7F644B}" type="slidenum">
              <a:rPr lang="en-US" altLang="en-US"/>
              <a:pPr>
                <a:defRPr/>
              </a:pPr>
              <a:t>‹#›</a:t>
            </a:fld>
            <a:endParaRPr lang="en-US" altLang="en-US"/>
          </a:p>
        </p:txBody>
      </p:sp>
      <p:sp>
        <p:nvSpPr>
          <p:cNvPr id="6" name="Rectangle 5"/>
          <p:cNvSpPr>
            <a:spLocks noGrp="1" noChangeArrowheads="1"/>
          </p:cNvSpPr>
          <p:nvPr>
            <p:ph type="ftr" sz="quarter" idx="11"/>
          </p:nvPr>
        </p:nvSpPr>
        <p:spPr>
          <a:ln/>
        </p:spPr>
        <p:txBody>
          <a:bodyPr/>
          <a:lstStyle>
            <a:lvl1pPr>
              <a:defRPr/>
            </a:lvl1pPr>
          </a:lstStyle>
          <a:p>
            <a:pPr>
              <a:defRPr/>
            </a:pPr>
            <a:r>
              <a:rPr lang="en-US"/>
              <a:t>Jiangyu Li, University of Washington</a:t>
            </a:r>
          </a:p>
        </p:txBody>
      </p:sp>
    </p:spTree>
    <p:extLst>
      <p:ext uri="{BB962C8B-B14F-4D97-AF65-F5344CB8AC3E}">
        <p14:creationId xmlns:p14="http://schemas.microsoft.com/office/powerpoint/2010/main" val="420004503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p:cNvSpPr>
            <a:spLocks noGrp="1" noChangeArrowheads="1"/>
          </p:cNvSpPr>
          <p:nvPr>
            <p:ph type="dt" sz="half" idx="10"/>
          </p:nvPr>
        </p:nvSpPr>
        <p:spPr>
          <a:ln/>
        </p:spPr>
        <p:txBody>
          <a:bodyPr/>
          <a:lstStyle>
            <a:lvl1pPr>
              <a:defRPr/>
            </a:lvl1pPr>
          </a:lstStyle>
          <a:p>
            <a:pPr>
              <a:defRPr/>
            </a:pPr>
            <a:fld id="{7CBEC77F-A1DE-46C0-A1A8-DDD78CF6A3AC}" type="slidenum">
              <a:rPr lang="en-US" altLang="en-US"/>
              <a:pPr>
                <a:defRPr/>
              </a:pPr>
              <a:t>‹#›</a:t>
            </a:fld>
            <a:endParaRPr lang="en-US" altLang="en-US"/>
          </a:p>
        </p:txBody>
      </p:sp>
      <p:sp>
        <p:nvSpPr>
          <p:cNvPr id="5" name="Rectangle 5"/>
          <p:cNvSpPr>
            <a:spLocks noGrp="1" noChangeArrowheads="1"/>
          </p:cNvSpPr>
          <p:nvPr>
            <p:ph type="ftr" sz="quarter" idx="11"/>
          </p:nvPr>
        </p:nvSpPr>
        <p:spPr>
          <a:ln/>
        </p:spPr>
        <p:txBody>
          <a:bodyPr/>
          <a:lstStyle>
            <a:lvl1pPr>
              <a:defRPr/>
            </a:lvl1pPr>
          </a:lstStyle>
          <a:p>
            <a:pPr>
              <a:defRPr/>
            </a:pPr>
            <a:r>
              <a:rPr lang="en-US"/>
              <a:t>Jiangyu Li, University of Washington</a:t>
            </a:r>
          </a:p>
        </p:txBody>
      </p:sp>
    </p:spTree>
    <p:extLst>
      <p:ext uri="{BB962C8B-B14F-4D97-AF65-F5344CB8AC3E}">
        <p14:creationId xmlns:p14="http://schemas.microsoft.com/office/powerpoint/2010/main" val="103480768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p:cNvSpPr>
            <a:spLocks noGrp="1" noChangeArrowheads="1"/>
          </p:cNvSpPr>
          <p:nvPr>
            <p:ph type="dt" sz="half" idx="10"/>
          </p:nvPr>
        </p:nvSpPr>
        <p:spPr>
          <a:ln/>
        </p:spPr>
        <p:txBody>
          <a:bodyPr/>
          <a:lstStyle>
            <a:lvl1pPr>
              <a:defRPr/>
            </a:lvl1pPr>
          </a:lstStyle>
          <a:p>
            <a:pPr>
              <a:defRPr/>
            </a:pPr>
            <a:fld id="{3C70522E-E88E-4DB7-92D4-24FBC622052C}" type="slidenum">
              <a:rPr lang="en-US" altLang="en-US"/>
              <a:pPr>
                <a:defRPr/>
              </a:pPr>
              <a:t>‹#›</a:t>
            </a:fld>
            <a:endParaRPr lang="en-US" altLang="en-US"/>
          </a:p>
        </p:txBody>
      </p:sp>
      <p:sp>
        <p:nvSpPr>
          <p:cNvPr id="5" name="Rectangle 5"/>
          <p:cNvSpPr>
            <a:spLocks noGrp="1" noChangeArrowheads="1"/>
          </p:cNvSpPr>
          <p:nvPr>
            <p:ph type="ftr" sz="quarter" idx="11"/>
          </p:nvPr>
        </p:nvSpPr>
        <p:spPr>
          <a:ln/>
        </p:spPr>
        <p:txBody>
          <a:bodyPr/>
          <a:lstStyle>
            <a:lvl1pPr>
              <a:defRPr/>
            </a:lvl1pPr>
          </a:lstStyle>
          <a:p>
            <a:pPr>
              <a:defRPr/>
            </a:pPr>
            <a:r>
              <a:rPr lang="en-US"/>
              <a:t>Jiangyu Li, University of Washington</a:t>
            </a:r>
          </a:p>
        </p:txBody>
      </p:sp>
    </p:spTree>
    <p:extLst>
      <p:ext uri="{BB962C8B-B14F-4D97-AF65-F5344CB8AC3E}">
        <p14:creationId xmlns:p14="http://schemas.microsoft.com/office/powerpoint/2010/main" val="220853132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457200" y="274638"/>
            <a:ext cx="82296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ltLang="en-US"/>
              <a:t>Click to edit Master title style</a:t>
            </a:r>
          </a:p>
        </p:txBody>
      </p:sp>
      <p:sp>
        <p:nvSpPr>
          <p:cNvPr id="1027" name="Rectangle 3"/>
          <p:cNvSpPr>
            <a:spLocks noGrp="1" noChangeArrowheads="1"/>
          </p:cNvSpPr>
          <p:nvPr>
            <p:ph type="body" idx="1"/>
          </p:nvPr>
        </p:nvSpPr>
        <p:spPr bwMode="auto">
          <a:xfrm>
            <a:off x="457200" y="1600200"/>
            <a:ext cx="8229600" cy="4525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
        <p:nvSpPr>
          <p:cNvPr id="1028" name="Rectangle 4"/>
          <p:cNvSpPr>
            <a:spLocks noGrp="1" noChangeArrowheads="1"/>
          </p:cNvSpPr>
          <p:nvPr>
            <p:ph type="dt" sz="half" idx="2"/>
          </p:nvPr>
        </p:nvSpPr>
        <p:spPr bwMode="auto">
          <a:xfrm>
            <a:off x="0" y="6477000"/>
            <a:ext cx="2133600" cy="3810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eaLnBrk="1" hangingPunct="1">
              <a:defRPr sz="1600" b="1"/>
            </a:lvl1pPr>
          </a:lstStyle>
          <a:p>
            <a:pPr>
              <a:defRPr/>
            </a:pPr>
            <a:fld id="{DC2ADB41-7DBE-4412-8AA7-FB13ACCB3D13}" type="slidenum">
              <a:rPr lang="en-US" altLang="en-US"/>
              <a:pPr>
                <a:defRPr/>
              </a:pPr>
              <a:t>‹#›</a:t>
            </a:fld>
            <a:endParaRPr lang="en-US" altLang="en-US"/>
          </a:p>
        </p:txBody>
      </p:sp>
      <p:sp>
        <p:nvSpPr>
          <p:cNvPr id="1029" name="Rectangle 5"/>
          <p:cNvSpPr>
            <a:spLocks noGrp="1" noChangeArrowheads="1"/>
          </p:cNvSpPr>
          <p:nvPr>
            <p:ph type="ftr" sz="quarter" idx="3"/>
          </p:nvPr>
        </p:nvSpPr>
        <p:spPr bwMode="auto">
          <a:xfrm>
            <a:off x="5580063" y="6570663"/>
            <a:ext cx="3328987" cy="287337"/>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ctr" eaLnBrk="1" hangingPunct="1">
              <a:defRPr sz="1400">
                <a:latin typeface="Arial" charset="0"/>
              </a:defRPr>
            </a:lvl1pPr>
          </a:lstStyle>
          <a:p>
            <a:pPr>
              <a:defRPr/>
            </a:pPr>
            <a:r>
              <a:rPr lang="en-US"/>
              <a:t>Jiangyu Li, University of Washington</a:t>
            </a:r>
          </a:p>
        </p:txBody>
      </p:sp>
      <p:sp>
        <p:nvSpPr>
          <p:cNvPr id="1030" name="Line 7"/>
          <p:cNvSpPr>
            <a:spLocks noChangeShapeType="1"/>
          </p:cNvSpPr>
          <p:nvPr userDrawn="1"/>
        </p:nvSpPr>
        <p:spPr bwMode="auto">
          <a:xfrm>
            <a:off x="468313" y="1557338"/>
            <a:ext cx="8207375" cy="0"/>
          </a:xfrm>
          <a:prstGeom prst="line">
            <a:avLst/>
          </a:prstGeom>
          <a:noFill/>
          <a:ln w="762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p:txStyles>
    <p:titleStyle>
      <a:lvl1pPr algn="ctr" rtl="0" eaLnBrk="0" fontAlgn="base" hangingPunct="0">
        <a:spcBef>
          <a:spcPct val="0"/>
        </a:spcBef>
        <a:spcAft>
          <a:spcPct val="0"/>
        </a:spcAft>
        <a:defRPr sz="4000" b="1">
          <a:solidFill>
            <a:schemeClr val="tx2"/>
          </a:solidFill>
          <a:latin typeface="+mj-lt"/>
          <a:ea typeface="+mj-ea"/>
          <a:cs typeface="+mj-cs"/>
        </a:defRPr>
      </a:lvl1pPr>
      <a:lvl2pPr algn="ctr" rtl="0" eaLnBrk="0" fontAlgn="base" hangingPunct="0">
        <a:spcBef>
          <a:spcPct val="0"/>
        </a:spcBef>
        <a:spcAft>
          <a:spcPct val="0"/>
        </a:spcAft>
        <a:defRPr sz="4000" b="1">
          <a:solidFill>
            <a:schemeClr val="tx2"/>
          </a:solidFill>
          <a:latin typeface="Arial" charset="0"/>
        </a:defRPr>
      </a:lvl2pPr>
      <a:lvl3pPr algn="ctr" rtl="0" eaLnBrk="0" fontAlgn="base" hangingPunct="0">
        <a:spcBef>
          <a:spcPct val="0"/>
        </a:spcBef>
        <a:spcAft>
          <a:spcPct val="0"/>
        </a:spcAft>
        <a:defRPr sz="4000" b="1">
          <a:solidFill>
            <a:schemeClr val="tx2"/>
          </a:solidFill>
          <a:latin typeface="Arial" charset="0"/>
        </a:defRPr>
      </a:lvl3pPr>
      <a:lvl4pPr algn="ctr" rtl="0" eaLnBrk="0" fontAlgn="base" hangingPunct="0">
        <a:spcBef>
          <a:spcPct val="0"/>
        </a:spcBef>
        <a:spcAft>
          <a:spcPct val="0"/>
        </a:spcAft>
        <a:defRPr sz="4000" b="1">
          <a:solidFill>
            <a:schemeClr val="tx2"/>
          </a:solidFill>
          <a:latin typeface="Arial" charset="0"/>
        </a:defRPr>
      </a:lvl4pPr>
      <a:lvl5pPr algn="ctr" rtl="0" eaLnBrk="0" fontAlgn="base" hangingPunct="0">
        <a:spcBef>
          <a:spcPct val="0"/>
        </a:spcBef>
        <a:spcAft>
          <a:spcPct val="0"/>
        </a:spcAft>
        <a:defRPr sz="4000" b="1">
          <a:solidFill>
            <a:schemeClr val="tx2"/>
          </a:solidFill>
          <a:latin typeface="Arial" charset="0"/>
        </a:defRPr>
      </a:lvl5pPr>
      <a:lvl6pPr marL="457200" algn="ctr" rtl="0" fontAlgn="base">
        <a:spcBef>
          <a:spcPct val="0"/>
        </a:spcBef>
        <a:spcAft>
          <a:spcPct val="0"/>
        </a:spcAft>
        <a:defRPr sz="4000" b="1">
          <a:solidFill>
            <a:schemeClr val="tx2"/>
          </a:solidFill>
          <a:latin typeface="Arial" charset="0"/>
        </a:defRPr>
      </a:lvl6pPr>
      <a:lvl7pPr marL="914400" algn="ctr" rtl="0" fontAlgn="base">
        <a:spcBef>
          <a:spcPct val="0"/>
        </a:spcBef>
        <a:spcAft>
          <a:spcPct val="0"/>
        </a:spcAft>
        <a:defRPr sz="4000" b="1">
          <a:solidFill>
            <a:schemeClr val="tx2"/>
          </a:solidFill>
          <a:latin typeface="Arial" charset="0"/>
        </a:defRPr>
      </a:lvl7pPr>
      <a:lvl8pPr marL="1371600" algn="ctr" rtl="0" fontAlgn="base">
        <a:spcBef>
          <a:spcPct val="0"/>
        </a:spcBef>
        <a:spcAft>
          <a:spcPct val="0"/>
        </a:spcAft>
        <a:defRPr sz="4000" b="1">
          <a:solidFill>
            <a:schemeClr val="tx2"/>
          </a:solidFill>
          <a:latin typeface="Arial" charset="0"/>
        </a:defRPr>
      </a:lvl8pPr>
      <a:lvl9pPr marL="1828800" algn="ctr" rtl="0" fontAlgn="base">
        <a:spcBef>
          <a:spcPct val="0"/>
        </a:spcBef>
        <a:spcAft>
          <a:spcPct val="0"/>
        </a:spcAft>
        <a:defRPr sz="4000" b="1">
          <a:solidFill>
            <a:schemeClr val="tx2"/>
          </a:solidFill>
          <a:latin typeface="Arial" charset="0"/>
        </a:defRPr>
      </a:lvl9pPr>
    </p:titleStyle>
    <p:bodyStyle>
      <a:lvl1pPr marL="342900" indent="-342900" algn="l" rtl="0" eaLnBrk="0" fontAlgn="base" hangingPunct="0">
        <a:spcBef>
          <a:spcPct val="20000"/>
        </a:spcBef>
        <a:spcAft>
          <a:spcPct val="0"/>
        </a:spcAft>
        <a:buChar char="•"/>
        <a:defRPr sz="3600" b="1">
          <a:solidFill>
            <a:schemeClr val="tx1"/>
          </a:solidFill>
          <a:latin typeface="+mn-lt"/>
          <a:ea typeface="+mn-ea"/>
          <a:cs typeface="+mn-cs"/>
        </a:defRPr>
      </a:lvl1pPr>
      <a:lvl2pPr marL="742950" indent="-285750" algn="l" rtl="0" eaLnBrk="0" fontAlgn="base" hangingPunct="0">
        <a:spcBef>
          <a:spcPct val="20000"/>
        </a:spcBef>
        <a:spcAft>
          <a:spcPct val="0"/>
        </a:spcAft>
        <a:buChar char="–"/>
        <a:defRPr sz="3200" b="1">
          <a:solidFill>
            <a:schemeClr val="tx1"/>
          </a:solidFill>
          <a:latin typeface="+mn-lt"/>
        </a:defRPr>
      </a:lvl2pPr>
      <a:lvl3pPr marL="1143000" indent="-228600" algn="l" rtl="0" eaLnBrk="0" fontAlgn="base" hangingPunct="0">
        <a:spcBef>
          <a:spcPct val="20000"/>
        </a:spcBef>
        <a:spcAft>
          <a:spcPct val="0"/>
        </a:spcAft>
        <a:buChar char="•"/>
        <a:defRPr sz="3000" b="1">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fontAlgn="base">
        <a:spcBef>
          <a:spcPct val="20000"/>
        </a:spcBef>
        <a:spcAft>
          <a:spcPct val="0"/>
        </a:spcAft>
        <a:buChar char="»"/>
        <a:defRPr sz="2000">
          <a:solidFill>
            <a:schemeClr val="tx1"/>
          </a:solidFill>
          <a:latin typeface="+mn-lt"/>
        </a:defRPr>
      </a:lvl6pPr>
      <a:lvl7pPr marL="2971800" indent="-228600" algn="l" rtl="0" fontAlgn="base">
        <a:spcBef>
          <a:spcPct val="20000"/>
        </a:spcBef>
        <a:spcAft>
          <a:spcPct val="0"/>
        </a:spcAft>
        <a:buChar char="»"/>
        <a:defRPr sz="2000">
          <a:solidFill>
            <a:schemeClr val="tx1"/>
          </a:solidFill>
          <a:latin typeface="+mn-lt"/>
        </a:defRPr>
      </a:lvl7pPr>
      <a:lvl8pPr marL="3429000" indent="-228600" algn="l" rtl="0" fontAlgn="base">
        <a:spcBef>
          <a:spcPct val="20000"/>
        </a:spcBef>
        <a:spcAft>
          <a:spcPct val="0"/>
        </a:spcAft>
        <a:buChar char="»"/>
        <a:defRPr sz="2000">
          <a:solidFill>
            <a:schemeClr val="tx1"/>
          </a:solidFill>
          <a:latin typeface="+mn-lt"/>
        </a:defRPr>
      </a:lvl8pPr>
      <a:lvl9pPr marL="3886200" indent="-228600" algn="l" rtl="0" fontAlgn="base">
        <a:spcBef>
          <a:spcPct val="20000"/>
        </a:spcBef>
        <a:spcAft>
          <a:spcPct val="0"/>
        </a:spcAft>
        <a:buChar char="»"/>
        <a:defRPr sz="20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gif"/><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6.xml"/><Relationship Id="rId1" Type="http://schemas.openxmlformats.org/officeDocument/2006/relationships/slideLayout" Target="../slideLayouts/slideLayout2.xml"/><Relationship Id="rId5" Type="http://schemas.openxmlformats.org/officeDocument/2006/relationships/image" Target="../media/image7.jpeg"/><Relationship Id="rId4" Type="http://schemas.openxmlformats.org/officeDocument/2006/relationships/image" Target="../media/image6.jpeg"/></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15.xml"/><Relationship Id="rId1" Type="http://schemas.openxmlformats.org/officeDocument/2006/relationships/slideLayout" Target="../slideLayouts/slideLayout2.xml"/><Relationship Id="rId4" Type="http://schemas.openxmlformats.org/officeDocument/2006/relationships/image" Target="../media/image13.jpeg"/></Relationships>
</file>

<file path=ppt/slides/_rels/slide17.xml.rels><?xml version="1.0" encoding="UTF-8" standalone="yes"?>
<Relationships xmlns="http://schemas.openxmlformats.org/package/2006/relationships"><Relationship Id="rId3" Type="http://schemas.openxmlformats.org/officeDocument/2006/relationships/image" Target="../media/image14.jpeg"/><Relationship Id="rId2" Type="http://schemas.openxmlformats.org/officeDocument/2006/relationships/notesSlide" Target="../notesSlides/notesSlide16.xml"/><Relationship Id="rId1" Type="http://schemas.openxmlformats.org/officeDocument/2006/relationships/slideLayout" Target="../slideLayouts/slideLayout2.xml"/><Relationship Id="rId5" Type="http://schemas.openxmlformats.org/officeDocument/2006/relationships/image" Target="../media/image15.wmf"/><Relationship Id="rId4" Type="http://schemas.openxmlformats.org/officeDocument/2006/relationships/oleObject" Target="../embeddings/oleObject1.bin"/></Relationships>
</file>

<file path=ppt/slides/_rels/slide18.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16.jpeg"/><Relationship Id="rId7" Type="http://schemas.openxmlformats.org/officeDocument/2006/relationships/image" Target="../media/image18.wmf"/><Relationship Id="rId2" Type="http://schemas.openxmlformats.org/officeDocument/2006/relationships/notesSlide" Target="../notesSlides/notesSlide18.xml"/><Relationship Id="rId1" Type="http://schemas.openxmlformats.org/officeDocument/2006/relationships/slideLayout" Target="../slideLayouts/slideLayout2.xml"/><Relationship Id="rId6" Type="http://schemas.openxmlformats.org/officeDocument/2006/relationships/oleObject" Target="../embeddings/oleObject3.bin"/><Relationship Id="rId5" Type="http://schemas.openxmlformats.org/officeDocument/2006/relationships/image" Target="../media/image17.wmf"/><Relationship Id="rId4" Type="http://schemas.openxmlformats.org/officeDocument/2006/relationships/oleObject" Target="../embeddings/oleObject2.bin"/></Relationships>
</file>

<file path=ppt/slides/_rels/slide20.xml.rels><?xml version="1.0" encoding="UTF-8" standalone="yes"?>
<Relationships xmlns="http://schemas.openxmlformats.org/package/2006/relationships"><Relationship Id="rId3" Type="http://schemas.openxmlformats.org/officeDocument/2006/relationships/image" Target="../media/image16.jpeg"/><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oleObject" Target="../embeddings/oleObject4.bin"/><Relationship Id="rId2" Type="http://schemas.openxmlformats.org/officeDocument/2006/relationships/notesSlide" Target="../notesSlides/notesSlide20.xml"/><Relationship Id="rId1" Type="http://schemas.openxmlformats.org/officeDocument/2006/relationships/slideLayout" Target="../slideLayouts/slideLayout2.xml"/><Relationship Id="rId4" Type="http://schemas.openxmlformats.org/officeDocument/2006/relationships/image" Target="../media/image17.wmf"/></Relationships>
</file>

<file path=ppt/slides/_rels/slide22.xml.rels><?xml version="1.0" encoding="UTF-8" standalone="yes"?>
<Relationships xmlns="http://schemas.openxmlformats.org/package/2006/relationships"><Relationship Id="rId3" Type="http://schemas.openxmlformats.org/officeDocument/2006/relationships/image" Target="../media/image19.jpeg"/><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20.jpeg"/><Relationship Id="rId2" Type="http://schemas.openxmlformats.org/officeDocument/2006/relationships/notesSlide" Target="../notesSlides/notesSlide22.xml"/><Relationship Id="rId1" Type="http://schemas.openxmlformats.org/officeDocument/2006/relationships/slideLayout" Target="../slideLayouts/slideLayout2.xml"/><Relationship Id="rId5" Type="http://schemas.openxmlformats.org/officeDocument/2006/relationships/image" Target="../media/image21.wmf"/><Relationship Id="rId4" Type="http://schemas.openxmlformats.org/officeDocument/2006/relationships/oleObject" Target="../embeddings/oleObject5.bin"/></Relationships>
</file>

<file path=ppt/slides/_rels/slide24.xml.rels><?xml version="1.0" encoding="UTF-8" standalone="yes"?>
<Relationships xmlns="http://schemas.openxmlformats.org/package/2006/relationships"><Relationship Id="rId3" Type="http://schemas.openxmlformats.org/officeDocument/2006/relationships/oleObject" Target="../embeddings/oleObject6.bin"/><Relationship Id="rId2" Type="http://schemas.openxmlformats.org/officeDocument/2006/relationships/notesSlide" Target="../notesSlides/notesSlide23.xml"/><Relationship Id="rId1" Type="http://schemas.openxmlformats.org/officeDocument/2006/relationships/slideLayout" Target="../slideLayouts/slideLayout2.xml"/><Relationship Id="rId6" Type="http://schemas.openxmlformats.org/officeDocument/2006/relationships/image" Target="../media/image23.wmf"/><Relationship Id="rId5" Type="http://schemas.openxmlformats.org/officeDocument/2006/relationships/oleObject" Target="../embeddings/oleObject7.bin"/><Relationship Id="rId4" Type="http://schemas.openxmlformats.org/officeDocument/2006/relationships/image" Target="../media/image22.wmf"/></Relationships>
</file>

<file path=ppt/slides/_rels/slide25.xml.rels><?xml version="1.0" encoding="UTF-8" standalone="yes"?>
<Relationships xmlns="http://schemas.openxmlformats.org/package/2006/relationships"><Relationship Id="rId3" Type="http://schemas.openxmlformats.org/officeDocument/2006/relationships/image" Target="../media/image16.jpeg"/><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24.jpeg"/><Relationship Id="rId2" Type="http://schemas.openxmlformats.org/officeDocument/2006/relationships/notesSlide" Target="../notesSlides/notesSlide25.xml"/><Relationship Id="rId1" Type="http://schemas.openxmlformats.org/officeDocument/2006/relationships/slideLayout" Target="../slideLayouts/slideLayout2.xml"/><Relationship Id="rId5" Type="http://schemas.openxmlformats.org/officeDocument/2006/relationships/image" Target="../media/image23.wmf"/><Relationship Id="rId4" Type="http://schemas.openxmlformats.org/officeDocument/2006/relationships/oleObject" Target="../embeddings/oleObject8.bin"/></Relationships>
</file>

<file path=ppt/slides/_rels/slide27.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25.emf"/><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26.jpeg"/><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26.jpeg"/><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25.emf"/><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25.emf"/><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image" Target="../media/image27.emf"/><Relationship Id="rId2" Type="http://schemas.openxmlformats.org/officeDocument/2006/relationships/notesSlide" Target="../notesSlides/notesSlide35.xml"/><Relationship Id="rId1" Type="http://schemas.openxmlformats.org/officeDocument/2006/relationships/slideLayout" Target="../slideLayouts/slideLayout2.xml"/><Relationship Id="rId4" Type="http://schemas.openxmlformats.org/officeDocument/2006/relationships/image" Target="../media/image28.emf"/></Relationships>
</file>

<file path=ppt/slides/_rels/slide37.xml.rels><?xml version="1.0" encoding="UTF-8" standalone="yes"?>
<Relationships xmlns="http://schemas.openxmlformats.org/package/2006/relationships"><Relationship Id="rId3" Type="http://schemas.openxmlformats.org/officeDocument/2006/relationships/image" Target="../media/image29.emf"/><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image" Target="../media/image30.emf"/><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image" Target="../media/image31.emf"/><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image" Target="../media/image32.emf"/><Relationship Id="rId2" Type="http://schemas.openxmlformats.org/officeDocument/2006/relationships/notesSlide" Target="../notesSlides/notesSlide39.xml"/><Relationship Id="rId1" Type="http://schemas.openxmlformats.org/officeDocument/2006/relationships/slideLayout" Target="../slideLayouts/slideLayout2.xml"/><Relationship Id="rId5" Type="http://schemas.openxmlformats.org/officeDocument/2006/relationships/image" Target="../media/image34.emf"/><Relationship Id="rId4" Type="http://schemas.openxmlformats.org/officeDocument/2006/relationships/image" Target="../media/image33.emf"/></Relationships>
</file>

<file path=ppt/slides/_rels/slide41.xml.rels><?xml version="1.0" encoding="UTF-8" standalone="yes"?>
<Relationships xmlns="http://schemas.openxmlformats.org/package/2006/relationships"><Relationship Id="rId3" Type="http://schemas.openxmlformats.org/officeDocument/2006/relationships/image" Target="../media/image35.emf"/><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3" Type="http://schemas.openxmlformats.org/officeDocument/2006/relationships/image" Target="../media/image36.emf"/><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3" Type="http://schemas.openxmlformats.org/officeDocument/2006/relationships/image" Target="../media/image37.emf"/><Relationship Id="rId2" Type="http://schemas.openxmlformats.org/officeDocument/2006/relationships/notesSlide" Target="../notesSlides/notesSlide42.xml"/><Relationship Id="rId1" Type="http://schemas.openxmlformats.org/officeDocument/2006/relationships/slideLayout" Target="../slideLayouts/slideLayout2.xml"/><Relationship Id="rId4" Type="http://schemas.openxmlformats.org/officeDocument/2006/relationships/image" Target="../media/image38.emf"/></Relationships>
</file>

<file path=ppt/slides/_rels/slide44.xml.rels><?xml version="1.0" encoding="UTF-8" standalone="yes"?>
<Relationships xmlns="http://schemas.openxmlformats.org/package/2006/relationships"><Relationship Id="rId3" Type="http://schemas.openxmlformats.org/officeDocument/2006/relationships/image" Target="../media/image39.emf"/><Relationship Id="rId2" Type="http://schemas.openxmlformats.org/officeDocument/2006/relationships/notesSlide" Target="../notesSlides/notesSlide43.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3" Type="http://schemas.openxmlformats.org/officeDocument/2006/relationships/image" Target="../media/image40.emf"/><Relationship Id="rId2" Type="http://schemas.openxmlformats.org/officeDocument/2006/relationships/notesSlide" Target="../notesSlides/notesSlide44.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3" Type="http://schemas.openxmlformats.org/officeDocument/2006/relationships/image" Target="../media/image41.emf"/><Relationship Id="rId2" Type="http://schemas.openxmlformats.org/officeDocument/2006/relationships/notesSlide" Target="../notesSlides/notesSlide45.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3" Type="http://schemas.openxmlformats.org/officeDocument/2006/relationships/image" Target="../media/image42.emf"/><Relationship Id="rId2" Type="http://schemas.openxmlformats.org/officeDocument/2006/relationships/notesSlide" Target="../notesSlides/notesSlide46.xml"/><Relationship Id="rId1" Type="http://schemas.openxmlformats.org/officeDocument/2006/relationships/slideLayout" Target="../slideLayouts/slideLayout2.xml"/><Relationship Id="rId4" Type="http://schemas.openxmlformats.org/officeDocument/2006/relationships/image" Target="../media/image43.emf"/></Relationships>
</file>

<file path=ppt/slides/_rels/slide48.xml.rels><?xml version="1.0" encoding="UTF-8" standalone="yes"?>
<Relationships xmlns="http://schemas.openxmlformats.org/package/2006/relationships"><Relationship Id="rId3" Type="http://schemas.openxmlformats.org/officeDocument/2006/relationships/image" Target="../media/image44.emf"/><Relationship Id="rId2" Type="http://schemas.openxmlformats.org/officeDocument/2006/relationships/notesSlide" Target="../notesSlides/notesSlide47.xm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3" Type="http://schemas.openxmlformats.org/officeDocument/2006/relationships/image" Target="../media/image45.emf"/><Relationship Id="rId2" Type="http://schemas.openxmlformats.org/officeDocument/2006/relationships/notesSlide" Target="../notesSlides/notesSlide48.xml"/><Relationship Id="rId1" Type="http://schemas.openxmlformats.org/officeDocument/2006/relationships/slideLayout" Target="../slideLayouts/slideLayout2.xml"/><Relationship Id="rId4" Type="http://schemas.openxmlformats.org/officeDocument/2006/relationships/image" Target="../media/image46.emf"/></Relationships>
</file>

<file path=ppt/slides/_rels/slide50.xml.rels><?xml version="1.0" encoding="UTF-8" standalone="yes"?>
<Relationships xmlns="http://schemas.openxmlformats.org/package/2006/relationships"><Relationship Id="rId3" Type="http://schemas.openxmlformats.org/officeDocument/2006/relationships/image" Target="../media/image47.emf"/><Relationship Id="rId2" Type="http://schemas.openxmlformats.org/officeDocument/2006/relationships/notesSlide" Target="../notesSlides/notesSlide49.xml"/><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3" Type="http://schemas.openxmlformats.org/officeDocument/2006/relationships/image" Target="../media/image48.emf"/><Relationship Id="rId2" Type="http://schemas.openxmlformats.org/officeDocument/2006/relationships/notesSlide" Target="../notesSlides/notesSlide50.xml"/><Relationship Id="rId1" Type="http://schemas.openxmlformats.org/officeDocument/2006/relationships/slideLayout" Target="../slideLayouts/slideLayout2.xml"/><Relationship Id="rId5" Type="http://schemas.openxmlformats.org/officeDocument/2006/relationships/image" Target="../media/image50.emf"/><Relationship Id="rId4" Type="http://schemas.openxmlformats.org/officeDocument/2006/relationships/image" Target="../media/image49.emf"/></Relationships>
</file>

<file path=ppt/slides/_rels/slide52.xml.rels><?xml version="1.0" encoding="UTF-8" standalone="yes"?>
<Relationships xmlns="http://schemas.openxmlformats.org/package/2006/relationships"><Relationship Id="rId3" Type="http://schemas.openxmlformats.org/officeDocument/2006/relationships/image" Target="../media/image51.emf"/><Relationship Id="rId2" Type="http://schemas.openxmlformats.org/officeDocument/2006/relationships/notesSlide" Target="../notesSlides/notesSlide51.xml"/><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3" Type="http://schemas.openxmlformats.org/officeDocument/2006/relationships/image" Target="../media/image52.emf"/><Relationship Id="rId2" Type="http://schemas.openxmlformats.org/officeDocument/2006/relationships/notesSlide" Target="../notesSlides/notesSlide52.xml"/><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Date Placeholder 3"/>
          <p:cNvSpPr>
            <a:spLocks noGrp="1"/>
          </p:cNvSpPr>
          <p:nvPr>
            <p:ph type="dt"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600" b="1">
                <a:solidFill>
                  <a:schemeClr val="tx1"/>
                </a:solidFill>
                <a:latin typeface="Arial" panose="020B0604020202020204" pitchFamily="34" charset="0"/>
              </a:defRPr>
            </a:lvl1pPr>
            <a:lvl2pPr marL="742950" indent="-285750">
              <a:spcBef>
                <a:spcPct val="20000"/>
              </a:spcBef>
              <a:buChar char="–"/>
              <a:defRPr sz="3200" b="1">
                <a:solidFill>
                  <a:schemeClr val="tx1"/>
                </a:solidFill>
                <a:latin typeface="Arial" panose="020B0604020202020204" pitchFamily="34" charset="0"/>
              </a:defRPr>
            </a:lvl2pPr>
            <a:lvl3pPr marL="1143000" indent="-228600">
              <a:spcBef>
                <a:spcPct val="20000"/>
              </a:spcBef>
              <a:buChar char="•"/>
              <a:defRPr sz="3000" b="1">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0"/>
              </a:spcBef>
              <a:buFontTx/>
              <a:buNone/>
            </a:pPr>
            <a:fld id="{01BDFB24-7B5F-4233-9B88-47FC3D336E33}" type="slidenum">
              <a:rPr lang="en-US" altLang="en-US" sz="1600" smtClean="0"/>
              <a:pPr>
                <a:spcBef>
                  <a:spcPct val="0"/>
                </a:spcBef>
                <a:buFontTx/>
                <a:buNone/>
              </a:pPr>
              <a:t>1</a:t>
            </a:fld>
            <a:endParaRPr lang="en-US" altLang="en-US" sz="1600"/>
          </a:p>
        </p:txBody>
      </p:sp>
      <p:sp>
        <p:nvSpPr>
          <p:cNvPr id="3075" name="Rectangle 3"/>
          <p:cNvSpPr>
            <a:spLocks noGrp="1" noChangeArrowheads="1"/>
          </p:cNvSpPr>
          <p:nvPr>
            <p:ph type="subTitle" idx="1"/>
          </p:nvPr>
        </p:nvSpPr>
        <p:spPr>
          <a:xfrm>
            <a:off x="533400" y="2286000"/>
            <a:ext cx="8064500" cy="3168650"/>
          </a:xfrm>
        </p:spPr>
        <p:txBody>
          <a:bodyPr/>
          <a:lstStyle/>
          <a:p>
            <a:pPr eaLnBrk="1" hangingPunct="1">
              <a:lnSpc>
                <a:spcPct val="90000"/>
              </a:lnSpc>
            </a:pPr>
            <a:r>
              <a:rPr lang="en-US" altLang="en-US" sz="3200" dirty="0"/>
              <a:t>Fatigue</a:t>
            </a:r>
          </a:p>
          <a:p>
            <a:pPr eaLnBrk="1" hangingPunct="1">
              <a:lnSpc>
                <a:spcPct val="90000"/>
              </a:lnSpc>
            </a:pPr>
            <a:endParaRPr lang="en-US" altLang="en-US" sz="3200" dirty="0"/>
          </a:p>
          <a:p>
            <a:pPr eaLnBrk="1" hangingPunct="1">
              <a:lnSpc>
                <a:spcPct val="90000"/>
              </a:lnSpc>
            </a:pPr>
            <a:r>
              <a:rPr lang="en-US" altLang="en-US" sz="2400" dirty="0">
                <a:solidFill>
                  <a:srgbClr val="FF0000"/>
                </a:solidFill>
              </a:rPr>
              <a:t>Mechanical Behavior of Materials Sec. 9.1, 9.2, 9.6-9.8 </a:t>
            </a:r>
            <a:endParaRPr lang="en-US" altLang="en-US" sz="2400" dirty="0"/>
          </a:p>
          <a:p>
            <a:pPr eaLnBrk="1" hangingPunct="1">
              <a:lnSpc>
                <a:spcPct val="90000"/>
              </a:lnSpc>
            </a:pPr>
            <a:r>
              <a:rPr lang="en-US" altLang="en-US" sz="3200" dirty="0"/>
              <a:t>Jiangyu Li</a:t>
            </a:r>
          </a:p>
          <a:p>
            <a:pPr eaLnBrk="1" hangingPunct="1">
              <a:lnSpc>
                <a:spcPct val="90000"/>
              </a:lnSpc>
            </a:pPr>
            <a:endParaRPr lang="en-US" altLang="en-US" sz="2000" dirty="0"/>
          </a:p>
        </p:txBody>
      </p:sp>
      <p:sp>
        <p:nvSpPr>
          <p:cNvPr id="3076" name="Rectangle 4"/>
          <p:cNvSpPr>
            <a:spLocks noChangeArrowheads="1"/>
          </p:cNvSpPr>
          <p:nvPr/>
        </p:nvSpPr>
        <p:spPr bwMode="auto">
          <a:xfrm>
            <a:off x="457200" y="274638"/>
            <a:ext cx="82296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Char char="•"/>
              <a:defRPr sz="3600" b="1">
                <a:solidFill>
                  <a:schemeClr val="tx1"/>
                </a:solidFill>
                <a:latin typeface="Arial" panose="020B0604020202020204" pitchFamily="34" charset="0"/>
              </a:defRPr>
            </a:lvl1pPr>
            <a:lvl2pPr marL="742950" indent="-285750">
              <a:spcBef>
                <a:spcPct val="20000"/>
              </a:spcBef>
              <a:buChar char="–"/>
              <a:defRPr sz="3200" b="1">
                <a:solidFill>
                  <a:schemeClr val="tx1"/>
                </a:solidFill>
                <a:latin typeface="Arial" panose="020B0604020202020204" pitchFamily="34" charset="0"/>
              </a:defRPr>
            </a:lvl2pPr>
            <a:lvl3pPr marL="1143000" indent="-228600">
              <a:spcBef>
                <a:spcPct val="20000"/>
              </a:spcBef>
              <a:buChar char="•"/>
              <a:defRPr sz="3000" b="1">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0"/>
              </a:spcBef>
              <a:buFontTx/>
              <a:buNone/>
            </a:pPr>
            <a:r>
              <a:rPr lang="en-US" altLang="en-US" sz="4000" dirty="0">
                <a:solidFill>
                  <a:schemeClr val="tx2"/>
                </a:solidFill>
              </a:rPr>
              <a:t>Mechanics of Materials</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122" name="Picture 6" descr="Image result for wind turbine gif"/>
          <p:cNvPicPr>
            <a:picLocks noChangeAspect="1" noChangeArrowheads="1" noCrop="1"/>
          </p:cNvPicPr>
          <p:nvPr/>
        </p:nvPicPr>
        <p:blipFill>
          <a:blip r:embed="rId2">
            <a:extLst>
              <a:ext uri="{28A0092B-C50C-407E-A947-70E740481C1C}">
                <a14:useLocalDpi xmlns:a14="http://schemas.microsoft.com/office/drawing/2010/main" val="0"/>
              </a:ext>
            </a:extLst>
          </a:blip>
          <a:srcRect/>
          <a:stretch>
            <a:fillRect/>
          </a:stretch>
        </p:blipFill>
        <p:spPr bwMode="auto">
          <a:xfrm>
            <a:off x="26988" y="620713"/>
            <a:ext cx="9047162" cy="50847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123" name="TextBox 1"/>
          <p:cNvSpPr txBox="1">
            <a:spLocks noChangeArrowheads="1"/>
          </p:cNvSpPr>
          <p:nvPr/>
        </p:nvSpPr>
        <p:spPr bwMode="auto">
          <a:xfrm>
            <a:off x="3132138" y="6092825"/>
            <a:ext cx="4035425"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600" b="1">
                <a:solidFill>
                  <a:schemeClr val="tx1"/>
                </a:solidFill>
                <a:latin typeface="Arial" panose="020B0604020202020204" pitchFamily="34" charset="0"/>
              </a:defRPr>
            </a:lvl1pPr>
            <a:lvl2pPr marL="742950" indent="-285750">
              <a:spcBef>
                <a:spcPct val="20000"/>
              </a:spcBef>
              <a:buChar char="–"/>
              <a:defRPr sz="3200" b="1">
                <a:solidFill>
                  <a:schemeClr val="tx1"/>
                </a:solidFill>
                <a:latin typeface="Arial" panose="020B0604020202020204" pitchFamily="34" charset="0"/>
              </a:defRPr>
            </a:lvl2pPr>
            <a:lvl3pPr marL="1143000" indent="-228600">
              <a:spcBef>
                <a:spcPct val="20000"/>
              </a:spcBef>
              <a:buChar char="•"/>
              <a:defRPr sz="3000" b="1">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0"/>
              </a:spcBef>
              <a:buFontTx/>
              <a:buNone/>
            </a:pPr>
            <a:r>
              <a:rPr lang="en-US" altLang="en-US" sz="2400"/>
              <a:t>0.2Hz, 6.3M cycles a year!</a:t>
            </a:r>
            <a:r>
              <a:rPr lang="en-US" altLang="en-US" sz="2400" b="0"/>
              <a:t> </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Date Placeholder 3"/>
          <p:cNvSpPr>
            <a:spLocks noGrp="1"/>
          </p:cNvSpPr>
          <p:nvPr>
            <p:ph type="dt"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600" b="1">
                <a:solidFill>
                  <a:schemeClr val="tx1"/>
                </a:solidFill>
                <a:latin typeface="Arial" panose="020B0604020202020204" pitchFamily="34" charset="0"/>
              </a:defRPr>
            </a:lvl1pPr>
            <a:lvl2pPr marL="742950" indent="-285750">
              <a:spcBef>
                <a:spcPct val="20000"/>
              </a:spcBef>
              <a:buChar char="–"/>
              <a:defRPr sz="3200" b="1">
                <a:solidFill>
                  <a:schemeClr val="tx1"/>
                </a:solidFill>
                <a:latin typeface="Arial" panose="020B0604020202020204" pitchFamily="34" charset="0"/>
              </a:defRPr>
            </a:lvl2pPr>
            <a:lvl3pPr marL="1143000" indent="-228600">
              <a:spcBef>
                <a:spcPct val="20000"/>
              </a:spcBef>
              <a:buChar char="•"/>
              <a:defRPr sz="3000" b="1">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0"/>
              </a:spcBef>
              <a:buFontTx/>
              <a:buNone/>
            </a:pPr>
            <a:fld id="{F6C4A372-E155-4015-8BC7-24F40F7AAB7A}" type="slidenum">
              <a:rPr lang="en-US" altLang="en-US" sz="1600" smtClean="0"/>
              <a:pPr>
                <a:spcBef>
                  <a:spcPct val="0"/>
                </a:spcBef>
                <a:buFontTx/>
                <a:buNone/>
              </a:pPr>
              <a:t>3</a:t>
            </a:fld>
            <a:endParaRPr lang="en-US" altLang="en-US" sz="1600"/>
          </a:p>
        </p:txBody>
      </p:sp>
      <p:sp>
        <p:nvSpPr>
          <p:cNvPr id="6147" name="Rectangle 2"/>
          <p:cNvSpPr>
            <a:spLocks noGrp="1" noChangeArrowheads="1"/>
          </p:cNvSpPr>
          <p:nvPr>
            <p:ph type="title"/>
          </p:nvPr>
        </p:nvSpPr>
        <p:spPr/>
        <p:txBody>
          <a:bodyPr/>
          <a:lstStyle/>
          <a:p>
            <a:pPr eaLnBrk="1" hangingPunct="1"/>
            <a:r>
              <a:rPr lang="en-US" altLang="en-US"/>
              <a:t>Static Failure</a:t>
            </a:r>
          </a:p>
        </p:txBody>
      </p:sp>
      <p:pic>
        <p:nvPicPr>
          <p:cNvPr id="6148" name="Picture 4" descr="shi20361_0302a"/>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33400" y="2133600"/>
            <a:ext cx="5499100" cy="4057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149" name="Text Box 5"/>
          <p:cNvSpPr txBox="1">
            <a:spLocks noChangeArrowheads="1"/>
          </p:cNvSpPr>
          <p:nvPr/>
        </p:nvSpPr>
        <p:spPr bwMode="auto">
          <a:xfrm>
            <a:off x="5410200" y="3581400"/>
            <a:ext cx="3514725" cy="9159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600" b="1">
                <a:solidFill>
                  <a:schemeClr val="tx1"/>
                </a:solidFill>
                <a:latin typeface="Arial" panose="020B0604020202020204" pitchFamily="34" charset="0"/>
              </a:defRPr>
            </a:lvl1pPr>
            <a:lvl2pPr marL="742950" indent="-285750">
              <a:spcBef>
                <a:spcPct val="20000"/>
              </a:spcBef>
              <a:buChar char="–"/>
              <a:defRPr sz="3200" b="1">
                <a:solidFill>
                  <a:schemeClr val="tx1"/>
                </a:solidFill>
                <a:latin typeface="Arial" panose="020B0604020202020204" pitchFamily="34" charset="0"/>
              </a:defRPr>
            </a:lvl2pPr>
            <a:lvl3pPr marL="1143000" indent="-228600">
              <a:spcBef>
                <a:spcPct val="20000"/>
              </a:spcBef>
              <a:buChar char="•"/>
              <a:defRPr sz="3000" b="1">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pPr>
            <a:r>
              <a:rPr lang="en-US" altLang="en-US" sz="1800"/>
              <a:t> Load is applied gradually</a:t>
            </a:r>
          </a:p>
          <a:p>
            <a:pPr eaLnBrk="1" hangingPunct="1">
              <a:spcBef>
                <a:spcPct val="0"/>
              </a:spcBef>
            </a:pPr>
            <a:r>
              <a:rPr lang="en-US" altLang="en-US" sz="1800"/>
              <a:t> Stress is applied only once</a:t>
            </a:r>
          </a:p>
          <a:p>
            <a:pPr eaLnBrk="1" hangingPunct="1">
              <a:spcBef>
                <a:spcPct val="0"/>
              </a:spcBef>
            </a:pPr>
            <a:r>
              <a:rPr lang="en-US" altLang="en-US" sz="1800"/>
              <a:t> Visible warning before failure</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Date Placeholder 3"/>
          <p:cNvSpPr>
            <a:spLocks noGrp="1"/>
          </p:cNvSpPr>
          <p:nvPr>
            <p:ph type="dt"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600" b="1">
                <a:solidFill>
                  <a:schemeClr val="tx1"/>
                </a:solidFill>
                <a:latin typeface="Arial" panose="020B0604020202020204" pitchFamily="34" charset="0"/>
              </a:defRPr>
            </a:lvl1pPr>
            <a:lvl2pPr marL="742950" indent="-285750">
              <a:spcBef>
                <a:spcPct val="20000"/>
              </a:spcBef>
              <a:buChar char="–"/>
              <a:defRPr sz="3200" b="1">
                <a:solidFill>
                  <a:schemeClr val="tx1"/>
                </a:solidFill>
                <a:latin typeface="Arial" panose="020B0604020202020204" pitchFamily="34" charset="0"/>
              </a:defRPr>
            </a:lvl2pPr>
            <a:lvl3pPr marL="1143000" indent="-228600">
              <a:spcBef>
                <a:spcPct val="20000"/>
              </a:spcBef>
              <a:buChar char="•"/>
              <a:defRPr sz="3000" b="1">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0"/>
              </a:spcBef>
              <a:buFontTx/>
              <a:buNone/>
            </a:pPr>
            <a:fld id="{8094824E-858A-4325-8605-30CD9470A762}" type="slidenum">
              <a:rPr lang="en-US" altLang="en-US" sz="1600" smtClean="0"/>
              <a:pPr>
                <a:spcBef>
                  <a:spcPct val="0"/>
                </a:spcBef>
                <a:buFontTx/>
                <a:buNone/>
              </a:pPr>
              <a:t>4</a:t>
            </a:fld>
            <a:endParaRPr lang="en-US" altLang="en-US" sz="1600"/>
          </a:p>
        </p:txBody>
      </p:sp>
      <p:sp>
        <p:nvSpPr>
          <p:cNvPr id="8195" name="Rectangle 2"/>
          <p:cNvSpPr>
            <a:spLocks noGrp="1" noChangeArrowheads="1"/>
          </p:cNvSpPr>
          <p:nvPr>
            <p:ph type="title"/>
          </p:nvPr>
        </p:nvSpPr>
        <p:spPr/>
        <p:txBody>
          <a:bodyPr/>
          <a:lstStyle/>
          <a:p>
            <a:pPr eaLnBrk="1" hangingPunct="1"/>
            <a:r>
              <a:rPr lang="en-US" altLang="en-US"/>
              <a:t>Cyclic Load and Fatigue Failure</a:t>
            </a:r>
          </a:p>
        </p:txBody>
      </p:sp>
      <p:pic>
        <p:nvPicPr>
          <p:cNvPr id="8196" name="Picture 5" descr="shi20361_0712"/>
          <p:cNvPicPr preferRelativeResize="0">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04800" y="1752600"/>
            <a:ext cx="5105400" cy="4859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197" name="Rectangle 6"/>
          <p:cNvSpPr>
            <a:spLocks noGrp="1" noChangeArrowheads="1"/>
          </p:cNvSpPr>
          <p:nvPr>
            <p:ph type="body" idx="1"/>
          </p:nvPr>
        </p:nvSpPr>
        <p:spPr>
          <a:xfrm>
            <a:off x="4267200" y="1752600"/>
            <a:ext cx="4648200" cy="4525963"/>
          </a:xfrm>
          <a:solidFill>
            <a:schemeClr val="bg1"/>
          </a:solidFill>
        </p:spPr>
        <p:txBody>
          <a:bodyPr/>
          <a:lstStyle/>
          <a:p>
            <a:pPr eaLnBrk="1" hangingPunct="1">
              <a:lnSpc>
                <a:spcPct val="90000"/>
              </a:lnSpc>
            </a:pPr>
            <a:r>
              <a:rPr lang="en-US" altLang="en-US" sz="2400"/>
              <a:t>Stress varies or fluctuates, and is repeated many times</a:t>
            </a:r>
          </a:p>
          <a:p>
            <a:pPr eaLnBrk="1" hangingPunct="1">
              <a:lnSpc>
                <a:spcPct val="90000"/>
              </a:lnSpc>
            </a:pPr>
            <a:r>
              <a:rPr lang="en-US" altLang="en-US" sz="2400"/>
              <a:t>Structure members fail under the repeated stresses</a:t>
            </a:r>
          </a:p>
          <a:p>
            <a:pPr eaLnBrk="1" hangingPunct="1">
              <a:lnSpc>
                <a:spcPct val="90000"/>
              </a:lnSpc>
            </a:pPr>
            <a:r>
              <a:rPr lang="en-US" altLang="en-US" sz="2400"/>
              <a:t>Actual maximum stress is well below the ultimate strength of material, often even below yield strength</a:t>
            </a:r>
          </a:p>
          <a:p>
            <a:pPr eaLnBrk="1" hangingPunct="1">
              <a:lnSpc>
                <a:spcPct val="90000"/>
              </a:lnSpc>
            </a:pPr>
            <a:r>
              <a:rPr lang="en-US" altLang="en-US" sz="2400"/>
              <a:t>Fatigue failure gives no visible warning, unlike static failure. It is sudden and catastrophic!</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Date Placeholder 3"/>
          <p:cNvSpPr>
            <a:spLocks noGrp="1"/>
          </p:cNvSpPr>
          <p:nvPr>
            <p:ph type="dt"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600" b="1">
                <a:solidFill>
                  <a:schemeClr val="tx1"/>
                </a:solidFill>
                <a:latin typeface="Arial" panose="020B0604020202020204" pitchFamily="34" charset="0"/>
              </a:defRPr>
            </a:lvl1pPr>
            <a:lvl2pPr marL="742950" indent="-285750">
              <a:spcBef>
                <a:spcPct val="20000"/>
              </a:spcBef>
              <a:buChar char="–"/>
              <a:defRPr sz="3200" b="1">
                <a:solidFill>
                  <a:schemeClr val="tx1"/>
                </a:solidFill>
                <a:latin typeface="Arial" panose="020B0604020202020204" pitchFamily="34" charset="0"/>
              </a:defRPr>
            </a:lvl2pPr>
            <a:lvl3pPr marL="1143000" indent="-228600">
              <a:spcBef>
                <a:spcPct val="20000"/>
              </a:spcBef>
              <a:buChar char="•"/>
              <a:defRPr sz="3000" b="1">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0"/>
              </a:spcBef>
              <a:buFontTx/>
              <a:buNone/>
            </a:pPr>
            <a:fld id="{D33E54B3-7609-4D4D-8429-03F241EBFA89}" type="slidenum">
              <a:rPr lang="en-US" altLang="en-US" sz="1600" smtClean="0"/>
              <a:pPr>
                <a:spcBef>
                  <a:spcPct val="0"/>
                </a:spcBef>
                <a:buFontTx/>
                <a:buNone/>
              </a:pPr>
              <a:t>5</a:t>
            </a:fld>
            <a:endParaRPr lang="en-US" altLang="en-US" sz="1600"/>
          </a:p>
        </p:txBody>
      </p:sp>
      <p:sp>
        <p:nvSpPr>
          <p:cNvPr id="10243" name="Rectangle 3074"/>
          <p:cNvSpPr>
            <a:spLocks noGrp="1" noChangeArrowheads="1"/>
          </p:cNvSpPr>
          <p:nvPr>
            <p:ph type="title"/>
          </p:nvPr>
        </p:nvSpPr>
        <p:spPr/>
        <p:txBody>
          <a:bodyPr/>
          <a:lstStyle/>
          <a:p>
            <a:pPr eaLnBrk="1" hangingPunct="1"/>
            <a:r>
              <a:rPr lang="en-US" altLang="en-US"/>
              <a:t>Characteristics</a:t>
            </a:r>
          </a:p>
        </p:txBody>
      </p:sp>
      <p:sp>
        <p:nvSpPr>
          <p:cNvPr id="10244" name="Rectangle 3076"/>
          <p:cNvSpPr>
            <a:spLocks noGrp="1" noChangeArrowheads="1"/>
          </p:cNvSpPr>
          <p:nvPr>
            <p:ph type="body" idx="1"/>
          </p:nvPr>
        </p:nvSpPr>
        <p:spPr>
          <a:xfrm>
            <a:off x="533400" y="1828800"/>
            <a:ext cx="8382000" cy="4800600"/>
          </a:xfrm>
          <a:noFill/>
        </p:spPr>
        <p:txBody>
          <a:bodyPr/>
          <a:lstStyle/>
          <a:p>
            <a:pPr eaLnBrk="1" hangingPunct="1"/>
            <a:r>
              <a:rPr lang="en-US" altLang="en-US" sz="2800">
                <a:solidFill>
                  <a:srgbClr val="FC0D00"/>
                </a:solidFill>
              </a:rPr>
              <a:t>Primary design criterion in rotating parts.</a:t>
            </a:r>
          </a:p>
          <a:p>
            <a:pPr eaLnBrk="1" hangingPunct="1"/>
            <a:r>
              <a:rPr lang="en-US" altLang="en-US" sz="2800"/>
              <a:t>Fatigue as a name for the phenomenon based on the notion of a material becoming “tired”, i.e. failing at less than its nominal strength.</a:t>
            </a:r>
          </a:p>
          <a:p>
            <a:pPr eaLnBrk="1" hangingPunct="1"/>
            <a:r>
              <a:rPr lang="en-US" altLang="en-US" sz="2800"/>
              <a:t>Cyclical strain (stress) leads to fatigue failure.</a:t>
            </a:r>
          </a:p>
          <a:p>
            <a:pPr eaLnBrk="1" hangingPunct="1"/>
            <a:r>
              <a:rPr lang="en-US" altLang="en-US" sz="2800"/>
              <a:t>Occurs in metals and polymers but rarely in ceramics.</a:t>
            </a:r>
          </a:p>
          <a:p>
            <a:pPr eaLnBrk="1" hangingPunct="1"/>
            <a:r>
              <a:rPr lang="en-US" altLang="en-US" sz="2800" i="1"/>
              <a:t>Also </a:t>
            </a:r>
            <a:r>
              <a:rPr lang="en-US" altLang="en-US" sz="2800"/>
              <a:t>an issue for “static” parts, e.g. bridges.</a:t>
            </a:r>
          </a:p>
          <a:p>
            <a:pPr eaLnBrk="1" hangingPunct="1"/>
            <a:r>
              <a:rPr lang="en-US" altLang="en-US" sz="2800"/>
              <a:t>Cyclic loading stress limit&lt;static stress capability.</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Date Placeholder 3"/>
          <p:cNvSpPr>
            <a:spLocks noGrp="1"/>
          </p:cNvSpPr>
          <p:nvPr>
            <p:ph type="dt"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600" b="1">
                <a:solidFill>
                  <a:schemeClr val="tx1"/>
                </a:solidFill>
                <a:latin typeface="Arial" panose="020B0604020202020204" pitchFamily="34" charset="0"/>
              </a:defRPr>
            </a:lvl1pPr>
            <a:lvl2pPr marL="742950" indent="-285750">
              <a:spcBef>
                <a:spcPct val="20000"/>
              </a:spcBef>
              <a:buChar char="–"/>
              <a:defRPr sz="3200" b="1">
                <a:solidFill>
                  <a:schemeClr val="tx1"/>
                </a:solidFill>
                <a:latin typeface="Arial" panose="020B0604020202020204" pitchFamily="34" charset="0"/>
              </a:defRPr>
            </a:lvl2pPr>
            <a:lvl3pPr marL="1143000" indent="-228600">
              <a:spcBef>
                <a:spcPct val="20000"/>
              </a:spcBef>
              <a:buChar char="•"/>
              <a:defRPr sz="3000" b="1">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0"/>
              </a:spcBef>
              <a:buFontTx/>
              <a:buNone/>
            </a:pPr>
            <a:fld id="{3EDE1209-840C-49CD-9052-AC687FDF91C1}" type="slidenum">
              <a:rPr lang="en-US" altLang="en-US" sz="1600" smtClean="0"/>
              <a:pPr>
                <a:spcBef>
                  <a:spcPct val="0"/>
                </a:spcBef>
                <a:buFontTx/>
                <a:buNone/>
              </a:pPr>
              <a:t>6</a:t>
            </a:fld>
            <a:endParaRPr lang="en-US" altLang="en-US" sz="1600"/>
          </a:p>
        </p:txBody>
      </p:sp>
      <p:sp>
        <p:nvSpPr>
          <p:cNvPr id="12291" name="Rectangle 1026"/>
          <p:cNvSpPr>
            <a:spLocks noGrp="1" noChangeArrowheads="1"/>
          </p:cNvSpPr>
          <p:nvPr>
            <p:ph type="title"/>
          </p:nvPr>
        </p:nvSpPr>
        <p:spPr/>
        <p:txBody>
          <a:bodyPr/>
          <a:lstStyle/>
          <a:p>
            <a:pPr eaLnBrk="1" hangingPunct="1"/>
            <a:r>
              <a:rPr lang="en-US" altLang="en-US"/>
              <a:t>Fatigue Failure Feature</a:t>
            </a:r>
          </a:p>
        </p:txBody>
      </p:sp>
      <p:sp>
        <p:nvSpPr>
          <p:cNvPr id="12292" name="Rectangle 1027"/>
          <p:cNvSpPr>
            <a:spLocks noGrp="1" noChangeArrowheads="1"/>
          </p:cNvSpPr>
          <p:nvPr>
            <p:ph type="body" idx="1"/>
          </p:nvPr>
        </p:nvSpPr>
        <p:spPr>
          <a:xfrm>
            <a:off x="304800" y="1752600"/>
            <a:ext cx="4724400" cy="4525963"/>
          </a:xfrm>
          <a:solidFill>
            <a:schemeClr val="bg1"/>
          </a:solidFill>
        </p:spPr>
        <p:txBody>
          <a:bodyPr/>
          <a:lstStyle/>
          <a:p>
            <a:pPr eaLnBrk="1" hangingPunct="1">
              <a:lnSpc>
                <a:spcPct val="90000"/>
              </a:lnSpc>
            </a:pPr>
            <a:r>
              <a:rPr lang="en-US" altLang="en-US" sz="2400"/>
              <a:t>Flat fracture surface, normal to stress axis, no necking </a:t>
            </a:r>
          </a:p>
          <a:p>
            <a:pPr eaLnBrk="1" hangingPunct="1">
              <a:lnSpc>
                <a:spcPct val="90000"/>
              </a:lnSpc>
            </a:pPr>
            <a:r>
              <a:rPr lang="en-US" altLang="en-US" sz="2400"/>
              <a:t>Stage one: initiation of microcracks</a:t>
            </a:r>
          </a:p>
          <a:p>
            <a:pPr eaLnBrk="1" hangingPunct="1">
              <a:lnSpc>
                <a:spcPct val="90000"/>
              </a:lnSpc>
            </a:pPr>
            <a:r>
              <a:rPr lang="en-US" altLang="en-US" sz="2400"/>
              <a:t>Stage two: progress from microcracks to macrocracks, forming parallel plateau-like facture feature (beach marks) separated by longitudinal ridge</a:t>
            </a:r>
          </a:p>
          <a:p>
            <a:pPr eaLnBrk="1" hangingPunct="1">
              <a:lnSpc>
                <a:spcPct val="90000"/>
              </a:lnSpc>
            </a:pPr>
            <a:r>
              <a:rPr lang="en-US" altLang="en-US" sz="2400"/>
              <a:t>Stage three: final cycle, sudden, fast fracture.</a:t>
            </a:r>
          </a:p>
        </p:txBody>
      </p:sp>
      <p:sp>
        <p:nvSpPr>
          <p:cNvPr id="12293" name="Text Box 1029"/>
          <p:cNvSpPr txBox="1">
            <a:spLocks noChangeArrowheads="1"/>
          </p:cNvSpPr>
          <p:nvPr/>
        </p:nvSpPr>
        <p:spPr bwMode="auto">
          <a:xfrm>
            <a:off x="5943600" y="6096000"/>
            <a:ext cx="29273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600" b="1">
                <a:solidFill>
                  <a:schemeClr val="tx1"/>
                </a:solidFill>
                <a:latin typeface="Arial" panose="020B0604020202020204" pitchFamily="34" charset="0"/>
              </a:defRPr>
            </a:lvl1pPr>
            <a:lvl2pPr marL="742950" indent="-285750">
              <a:spcBef>
                <a:spcPct val="20000"/>
              </a:spcBef>
              <a:buChar char="–"/>
              <a:defRPr sz="3200" b="1">
                <a:solidFill>
                  <a:schemeClr val="tx1"/>
                </a:solidFill>
                <a:latin typeface="Arial" panose="020B0604020202020204" pitchFamily="34" charset="0"/>
              </a:defRPr>
            </a:lvl2pPr>
            <a:lvl3pPr marL="1143000" indent="-228600">
              <a:spcBef>
                <a:spcPct val="20000"/>
              </a:spcBef>
              <a:buChar char="•"/>
              <a:defRPr sz="3000" b="1">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r>
              <a:rPr lang="en-US" altLang="en-US" sz="1800" b="0"/>
              <a:t>Bolt, unidirectional bending</a:t>
            </a:r>
          </a:p>
        </p:txBody>
      </p:sp>
      <p:pic>
        <p:nvPicPr>
          <p:cNvPr id="12294" name="Picture 1030" descr="fg09_21"/>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105400" y="1676400"/>
            <a:ext cx="3830638" cy="4708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Date Placeholder 3"/>
          <p:cNvSpPr>
            <a:spLocks noGrp="1"/>
          </p:cNvSpPr>
          <p:nvPr>
            <p:ph type="dt"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600" b="1">
                <a:solidFill>
                  <a:schemeClr val="tx1"/>
                </a:solidFill>
                <a:latin typeface="Arial" panose="020B0604020202020204" pitchFamily="34" charset="0"/>
              </a:defRPr>
            </a:lvl1pPr>
            <a:lvl2pPr marL="742950" indent="-285750">
              <a:spcBef>
                <a:spcPct val="20000"/>
              </a:spcBef>
              <a:buChar char="–"/>
              <a:defRPr sz="3200" b="1">
                <a:solidFill>
                  <a:schemeClr val="tx1"/>
                </a:solidFill>
                <a:latin typeface="Arial" panose="020B0604020202020204" pitchFamily="34" charset="0"/>
              </a:defRPr>
            </a:lvl2pPr>
            <a:lvl3pPr marL="1143000" indent="-228600">
              <a:spcBef>
                <a:spcPct val="20000"/>
              </a:spcBef>
              <a:buChar char="•"/>
              <a:defRPr sz="3000" b="1">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0"/>
              </a:spcBef>
              <a:buFontTx/>
              <a:buNone/>
            </a:pPr>
            <a:fld id="{A6225B19-40CF-40BE-8C82-4F165F3ED2D0}" type="slidenum">
              <a:rPr lang="en-US" altLang="en-US" sz="1600" smtClean="0"/>
              <a:pPr>
                <a:spcBef>
                  <a:spcPct val="0"/>
                </a:spcBef>
                <a:buFontTx/>
                <a:buNone/>
              </a:pPr>
              <a:t>7</a:t>
            </a:fld>
            <a:endParaRPr lang="en-US" altLang="en-US" sz="1600"/>
          </a:p>
        </p:txBody>
      </p:sp>
      <p:pic>
        <p:nvPicPr>
          <p:cNvPr id="14339" name="Picture 8" descr="shi20361_0701"/>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895600" y="1524000"/>
            <a:ext cx="3352800" cy="3151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4340" name="Rectangle 2"/>
          <p:cNvSpPr>
            <a:spLocks noGrp="1" noChangeArrowheads="1"/>
          </p:cNvSpPr>
          <p:nvPr>
            <p:ph type="title"/>
          </p:nvPr>
        </p:nvSpPr>
        <p:spPr/>
        <p:txBody>
          <a:bodyPr/>
          <a:lstStyle/>
          <a:p>
            <a:pPr eaLnBrk="1" hangingPunct="1"/>
            <a:r>
              <a:rPr lang="en-US" altLang="en-US"/>
              <a:t>Fracture Surface</a:t>
            </a:r>
          </a:p>
        </p:txBody>
      </p:sp>
      <p:pic>
        <p:nvPicPr>
          <p:cNvPr id="14341" name="Picture 5" descr="shi20361_0705"/>
          <p:cNvPicPr preferRelativeResize="0">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0" y="4027488"/>
            <a:ext cx="3657600" cy="2609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4342" name="Picture 6" descr="shi20361_0706"/>
          <p:cNvPicPr preferRelativeResize="0">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867400" y="3352800"/>
            <a:ext cx="3276600" cy="31416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Date Placeholder 3"/>
          <p:cNvSpPr>
            <a:spLocks noGrp="1"/>
          </p:cNvSpPr>
          <p:nvPr>
            <p:ph type="dt"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600" b="1">
                <a:solidFill>
                  <a:schemeClr val="tx1"/>
                </a:solidFill>
                <a:latin typeface="Arial" panose="020B0604020202020204" pitchFamily="34" charset="0"/>
              </a:defRPr>
            </a:lvl1pPr>
            <a:lvl2pPr marL="742950" indent="-285750">
              <a:spcBef>
                <a:spcPct val="20000"/>
              </a:spcBef>
              <a:buChar char="–"/>
              <a:defRPr sz="3200" b="1">
                <a:solidFill>
                  <a:schemeClr val="tx1"/>
                </a:solidFill>
                <a:latin typeface="Arial" panose="020B0604020202020204" pitchFamily="34" charset="0"/>
              </a:defRPr>
            </a:lvl2pPr>
            <a:lvl3pPr marL="1143000" indent="-228600">
              <a:spcBef>
                <a:spcPct val="20000"/>
              </a:spcBef>
              <a:buChar char="•"/>
              <a:defRPr sz="3000" b="1">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0"/>
              </a:spcBef>
              <a:buFontTx/>
              <a:buNone/>
            </a:pPr>
            <a:fld id="{0A8200CA-3F65-4D35-8167-3644A98E4BE6}" type="slidenum">
              <a:rPr lang="en-US" altLang="en-US" sz="1600" smtClean="0"/>
              <a:pPr>
                <a:spcBef>
                  <a:spcPct val="0"/>
                </a:spcBef>
                <a:buFontTx/>
                <a:buNone/>
              </a:pPr>
              <a:t>8</a:t>
            </a:fld>
            <a:endParaRPr lang="en-US" altLang="en-US" sz="1600"/>
          </a:p>
        </p:txBody>
      </p:sp>
      <p:sp>
        <p:nvSpPr>
          <p:cNvPr id="16387" name="Rectangle 2"/>
          <p:cNvSpPr>
            <a:spLocks noGrp="1" noChangeArrowheads="1"/>
          </p:cNvSpPr>
          <p:nvPr>
            <p:ph type="title"/>
          </p:nvPr>
        </p:nvSpPr>
        <p:spPr/>
        <p:txBody>
          <a:bodyPr/>
          <a:lstStyle/>
          <a:p>
            <a:pPr eaLnBrk="1" hangingPunct="1"/>
            <a:r>
              <a:rPr lang="en-US" altLang="en-US"/>
              <a:t>Characteristics</a:t>
            </a:r>
          </a:p>
        </p:txBody>
      </p:sp>
      <p:sp>
        <p:nvSpPr>
          <p:cNvPr id="16388" name="Rectangle 4"/>
          <p:cNvSpPr>
            <a:spLocks noGrp="1" noChangeArrowheads="1"/>
          </p:cNvSpPr>
          <p:nvPr>
            <p:ph type="body" idx="1"/>
          </p:nvPr>
        </p:nvSpPr>
        <p:spPr>
          <a:xfrm>
            <a:off x="685800" y="1752600"/>
            <a:ext cx="7772400" cy="4876800"/>
          </a:xfrm>
          <a:noFill/>
        </p:spPr>
        <p:txBody>
          <a:bodyPr lIns="90487" tIns="44450" rIns="90487" bIns="44450"/>
          <a:lstStyle/>
          <a:p>
            <a:pPr eaLnBrk="1" hangingPunct="1"/>
            <a:r>
              <a:rPr lang="en-US" altLang="en-US" sz="2400"/>
              <a:t>Most applications of structural materials involve cyclic loading; any net tensile stress leads to fatigue.</a:t>
            </a:r>
          </a:p>
          <a:p>
            <a:pPr eaLnBrk="1" hangingPunct="1"/>
            <a:r>
              <a:rPr lang="en-US" altLang="en-US" sz="2400"/>
              <a:t>Fatigue failure surfaces have three characteristic features:</a:t>
            </a:r>
            <a:endParaRPr lang="en-US" altLang="en-US" sz="2000"/>
          </a:p>
          <a:p>
            <a:pPr lvl="1" eaLnBrk="1" hangingPunct="1"/>
            <a:r>
              <a:rPr lang="en-US" altLang="en-US" sz="2000"/>
              <a:t>A (near-)surface defect as the origin of the crack</a:t>
            </a:r>
          </a:p>
          <a:p>
            <a:pPr lvl="1" eaLnBrk="1" hangingPunct="1"/>
            <a:r>
              <a:rPr lang="en-US" altLang="en-US" sz="2000"/>
              <a:t>Striations corresponding to slow, intermittent crack growth</a:t>
            </a:r>
          </a:p>
          <a:p>
            <a:pPr lvl="1" eaLnBrk="1" hangingPunct="1"/>
            <a:r>
              <a:rPr lang="en-US" altLang="en-US" sz="2000"/>
              <a:t>Dull, fibrous brittle fracture surface (rapid growth).</a:t>
            </a:r>
          </a:p>
          <a:p>
            <a:pPr eaLnBrk="1" hangingPunct="1"/>
            <a:r>
              <a:rPr lang="en-US" altLang="en-US" sz="2400"/>
              <a:t>Life of structural components generally limited by cyclic loading, not static strength.</a:t>
            </a:r>
          </a:p>
          <a:p>
            <a:pPr eaLnBrk="1" hangingPunct="1"/>
            <a:r>
              <a:rPr lang="en-US" altLang="en-US" sz="2400"/>
              <a:t>Most environmental factors shorten life.</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Date Placeholder 3"/>
          <p:cNvSpPr>
            <a:spLocks noGrp="1"/>
          </p:cNvSpPr>
          <p:nvPr>
            <p:ph type="dt"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600" b="1">
                <a:solidFill>
                  <a:schemeClr val="tx1"/>
                </a:solidFill>
                <a:latin typeface="Arial" panose="020B0604020202020204" pitchFamily="34" charset="0"/>
              </a:defRPr>
            </a:lvl1pPr>
            <a:lvl2pPr marL="742950" indent="-285750">
              <a:spcBef>
                <a:spcPct val="20000"/>
              </a:spcBef>
              <a:buChar char="–"/>
              <a:defRPr sz="3200" b="1">
                <a:solidFill>
                  <a:schemeClr val="tx1"/>
                </a:solidFill>
                <a:latin typeface="Arial" panose="020B0604020202020204" pitchFamily="34" charset="0"/>
              </a:defRPr>
            </a:lvl2pPr>
            <a:lvl3pPr marL="1143000" indent="-228600">
              <a:spcBef>
                <a:spcPct val="20000"/>
              </a:spcBef>
              <a:buChar char="•"/>
              <a:defRPr sz="3000" b="1">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0"/>
              </a:spcBef>
              <a:buFontTx/>
              <a:buNone/>
            </a:pPr>
            <a:fld id="{06DD8663-DDBD-4758-99C4-4629F55C8D01}" type="slidenum">
              <a:rPr lang="en-US" altLang="en-US" sz="1600" smtClean="0"/>
              <a:pPr>
                <a:spcBef>
                  <a:spcPct val="0"/>
                </a:spcBef>
                <a:buFontTx/>
                <a:buNone/>
              </a:pPr>
              <a:t>9</a:t>
            </a:fld>
            <a:endParaRPr lang="en-US" altLang="en-US" sz="1600"/>
          </a:p>
        </p:txBody>
      </p:sp>
      <p:sp>
        <p:nvSpPr>
          <p:cNvPr id="18435" name="Rectangle 2"/>
          <p:cNvSpPr>
            <a:spLocks noGrp="1" noChangeArrowheads="1"/>
          </p:cNvSpPr>
          <p:nvPr>
            <p:ph type="title"/>
          </p:nvPr>
        </p:nvSpPr>
        <p:spPr/>
        <p:txBody>
          <a:bodyPr/>
          <a:lstStyle/>
          <a:p>
            <a:pPr eaLnBrk="1" hangingPunct="1"/>
            <a:r>
              <a:rPr lang="en-US" altLang="en-US"/>
              <a:t>Fatigue-Life Method</a:t>
            </a:r>
          </a:p>
        </p:txBody>
      </p:sp>
      <p:sp>
        <p:nvSpPr>
          <p:cNvPr id="18436" name="Rectangle 3"/>
          <p:cNvSpPr>
            <a:spLocks noGrp="1" noChangeArrowheads="1"/>
          </p:cNvSpPr>
          <p:nvPr>
            <p:ph type="body" idx="1"/>
          </p:nvPr>
        </p:nvSpPr>
        <p:spPr>
          <a:xfrm>
            <a:off x="457200" y="1905000"/>
            <a:ext cx="8229600" cy="3200400"/>
          </a:xfrm>
        </p:spPr>
        <p:txBody>
          <a:bodyPr/>
          <a:lstStyle/>
          <a:p>
            <a:pPr eaLnBrk="1" hangingPunct="1"/>
            <a:r>
              <a:rPr lang="en-US" altLang="en-US"/>
              <a:t>Stress-life method</a:t>
            </a:r>
          </a:p>
          <a:p>
            <a:pPr eaLnBrk="1" hangingPunct="1"/>
            <a:r>
              <a:rPr lang="en-US" altLang="en-US"/>
              <a:t>Facture mechanics method</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Date Placeholder 3"/>
          <p:cNvSpPr>
            <a:spLocks noGrp="1"/>
          </p:cNvSpPr>
          <p:nvPr>
            <p:ph type="dt"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600" b="1">
                <a:solidFill>
                  <a:schemeClr val="tx1"/>
                </a:solidFill>
                <a:latin typeface="Arial" panose="020B0604020202020204" pitchFamily="34" charset="0"/>
              </a:defRPr>
            </a:lvl1pPr>
            <a:lvl2pPr marL="742950" indent="-285750">
              <a:spcBef>
                <a:spcPct val="20000"/>
              </a:spcBef>
              <a:buChar char="–"/>
              <a:defRPr sz="3200" b="1">
                <a:solidFill>
                  <a:schemeClr val="tx1"/>
                </a:solidFill>
                <a:latin typeface="Arial" panose="020B0604020202020204" pitchFamily="34" charset="0"/>
              </a:defRPr>
            </a:lvl2pPr>
            <a:lvl3pPr marL="1143000" indent="-228600">
              <a:spcBef>
                <a:spcPct val="20000"/>
              </a:spcBef>
              <a:buChar char="•"/>
              <a:defRPr sz="3000" b="1">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0"/>
              </a:spcBef>
              <a:buFontTx/>
              <a:buNone/>
            </a:pPr>
            <a:fld id="{6D8B6327-8A8B-42AB-809C-C3E9A2EC1EA8}" type="slidenum">
              <a:rPr lang="en-US" altLang="en-US" sz="1600" smtClean="0"/>
              <a:pPr>
                <a:spcBef>
                  <a:spcPct val="0"/>
                </a:spcBef>
                <a:buFontTx/>
                <a:buNone/>
              </a:pPr>
              <a:t>10</a:t>
            </a:fld>
            <a:endParaRPr lang="en-US" altLang="en-US" sz="1600"/>
          </a:p>
        </p:txBody>
      </p:sp>
      <p:sp>
        <p:nvSpPr>
          <p:cNvPr id="20483" name="Rectangle 2"/>
          <p:cNvSpPr>
            <a:spLocks noGrp="1" noChangeArrowheads="1"/>
          </p:cNvSpPr>
          <p:nvPr>
            <p:ph type="title"/>
          </p:nvPr>
        </p:nvSpPr>
        <p:spPr/>
        <p:txBody>
          <a:bodyPr/>
          <a:lstStyle/>
          <a:p>
            <a:pPr eaLnBrk="1" hangingPunct="1"/>
            <a:r>
              <a:rPr lang="en-US" altLang="en-US"/>
              <a:t>Stress-Life Method</a:t>
            </a:r>
          </a:p>
        </p:txBody>
      </p:sp>
      <p:sp>
        <p:nvSpPr>
          <p:cNvPr id="20484" name="Rectangle 3"/>
          <p:cNvSpPr>
            <a:spLocks noGrp="1" noChangeArrowheads="1"/>
          </p:cNvSpPr>
          <p:nvPr>
            <p:ph type="body" idx="1"/>
          </p:nvPr>
        </p:nvSpPr>
        <p:spPr/>
        <p:txBody>
          <a:bodyPr/>
          <a:lstStyle/>
          <a:p>
            <a:pPr eaLnBrk="1" hangingPunct="1"/>
            <a:r>
              <a:rPr lang="en-US" altLang="en-US" sz="2800"/>
              <a:t>Specimen are subjected to repeated forces of specified magnitudes while the cycles are counted until fatigue failure</a:t>
            </a:r>
          </a:p>
          <a:p>
            <a:pPr eaLnBrk="1" hangingPunct="1"/>
            <a:endParaRPr lang="en-US" altLang="en-US" sz="2800"/>
          </a:p>
        </p:txBody>
      </p:sp>
      <p:pic>
        <p:nvPicPr>
          <p:cNvPr id="20485" name="Picture 4" descr="shi20361_0709"/>
          <p:cNvPicPr preferRelativeResize="0">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676400" y="3581400"/>
            <a:ext cx="4953000" cy="25828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Date Placeholder 3"/>
          <p:cNvSpPr>
            <a:spLocks noGrp="1"/>
          </p:cNvSpPr>
          <p:nvPr>
            <p:ph type="dt"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600" b="1">
                <a:solidFill>
                  <a:schemeClr val="tx1"/>
                </a:solidFill>
                <a:latin typeface="Arial" panose="020B0604020202020204" pitchFamily="34" charset="0"/>
              </a:defRPr>
            </a:lvl1pPr>
            <a:lvl2pPr marL="742950" indent="-285750">
              <a:spcBef>
                <a:spcPct val="20000"/>
              </a:spcBef>
              <a:buChar char="–"/>
              <a:defRPr sz="3200" b="1">
                <a:solidFill>
                  <a:schemeClr val="tx1"/>
                </a:solidFill>
                <a:latin typeface="Arial" panose="020B0604020202020204" pitchFamily="34" charset="0"/>
              </a:defRPr>
            </a:lvl2pPr>
            <a:lvl3pPr marL="1143000" indent="-228600">
              <a:spcBef>
                <a:spcPct val="20000"/>
              </a:spcBef>
              <a:buChar char="•"/>
              <a:defRPr sz="3000" b="1">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0"/>
              </a:spcBef>
              <a:buFontTx/>
              <a:buNone/>
            </a:pPr>
            <a:fld id="{EC06D029-711B-4BCA-8841-2B817B4674AB}" type="slidenum">
              <a:rPr lang="en-US" altLang="en-US" sz="1600" smtClean="0"/>
              <a:pPr>
                <a:spcBef>
                  <a:spcPct val="0"/>
                </a:spcBef>
                <a:buFontTx/>
                <a:buNone/>
              </a:pPr>
              <a:t>11</a:t>
            </a:fld>
            <a:endParaRPr lang="en-US" altLang="en-US" sz="1600"/>
          </a:p>
        </p:txBody>
      </p:sp>
      <p:pic>
        <p:nvPicPr>
          <p:cNvPr id="22531" name="Picture 4" descr="shi20361_0712"/>
          <p:cNvPicPr preferRelativeResize="0">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038600" y="1600200"/>
            <a:ext cx="5105400" cy="4859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2532" name="Rectangle 2"/>
          <p:cNvSpPr>
            <a:spLocks noGrp="1" noChangeArrowheads="1"/>
          </p:cNvSpPr>
          <p:nvPr>
            <p:ph type="title"/>
          </p:nvPr>
        </p:nvSpPr>
        <p:spPr/>
        <p:txBody>
          <a:bodyPr/>
          <a:lstStyle/>
          <a:p>
            <a:pPr eaLnBrk="1" hangingPunct="1"/>
            <a:r>
              <a:rPr lang="en-US" altLang="en-US"/>
              <a:t>Stress Cycle</a:t>
            </a:r>
          </a:p>
        </p:txBody>
      </p:sp>
      <p:sp>
        <p:nvSpPr>
          <p:cNvPr id="22533" name="Rectangle 3"/>
          <p:cNvSpPr>
            <a:spLocks noGrp="1" noChangeArrowheads="1"/>
          </p:cNvSpPr>
          <p:nvPr>
            <p:ph type="body" idx="1"/>
          </p:nvPr>
        </p:nvSpPr>
        <p:spPr>
          <a:xfrm>
            <a:off x="304800" y="2286000"/>
            <a:ext cx="4038600" cy="3200400"/>
          </a:xfrm>
        </p:spPr>
        <p:txBody>
          <a:bodyPr/>
          <a:lstStyle/>
          <a:p>
            <a:pPr eaLnBrk="1" hangingPunct="1"/>
            <a:r>
              <a:rPr lang="en-US" altLang="en-US" sz="2400"/>
              <a:t>A stress cycle (N=1) constitute a single application and removal of a load, and then load and unload in the opposite direction</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Date Placeholder 3"/>
          <p:cNvSpPr>
            <a:spLocks noGrp="1"/>
          </p:cNvSpPr>
          <p:nvPr>
            <p:ph type="dt"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600" b="1">
                <a:solidFill>
                  <a:schemeClr val="tx1"/>
                </a:solidFill>
                <a:latin typeface="Arial" panose="020B0604020202020204" pitchFamily="34" charset="0"/>
              </a:defRPr>
            </a:lvl1pPr>
            <a:lvl2pPr marL="742950" indent="-285750">
              <a:spcBef>
                <a:spcPct val="20000"/>
              </a:spcBef>
              <a:buChar char="–"/>
              <a:defRPr sz="3200" b="1">
                <a:solidFill>
                  <a:schemeClr val="tx1"/>
                </a:solidFill>
                <a:latin typeface="Arial" panose="020B0604020202020204" pitchFamily="34" charset="0"/>
              </a:defRPr>
            </a:lvl2pPr>
            <a:lvl3pPr marL="1143000" indent="-228600">
              <a:spcBef>
                <a:spcPct val="20000"/>
              </a:spcBef>
              <a:buChar char="•"/>
              <a:defRPr sz="3000" b="1">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0"/>
              </a:spcBef>
              <a:buFontTx/>
              <a:buNone/>
            </a:pPr>
            <a:fld id="{355F47B1-F932-49B8-84F7-1B8204E2700C}" type="slidenum">
              <a:rPr lang="en-US" altLang="en-US" sz="1600" smtClean="0"/>
              <a:pPr>
                <a:spcBef>
                  <a:spcPct val="0"/>
                </a:spcBef>
                <a:buFontTx/>
                <a:buNone/>
              </a:pPr>
              <a:t>12</a:t>
            </a:fld>
            <a:endParaRPr lang="en-US" altLang="en-US" sz="1600"/>
          </a:p>
        </p:txBody>
      </p:sp>
      <p:sp>
        <p:nvSpPr>
          <p:cNvPr id="24579" name="Rectangle 1026"/>
          <p:cNvSpPr>
            <a:spLocks noGrp="1" noChangeArrowheads="1"/>
          </p:cNvSpPr>
          <p:nvPr>
            <p:ph type="title"/>
          </p:nvPr>
        </p:nvSpPr>
        <p:spPr/>
        <p:txBody>
          <a:bodyPr/>
          <a:lstStyle/>
          <a:p>
            <a:pPr eaLnBrk="1" hangingPunct="1"/>
            <a:r>
              <a:rPr lang="en-US" altLang="en-US"/>
              <a:t>Alternating Stress</a:t>
            </a:r>
          </a:p>
        </p:txBody>
      </p:sp>
      <p:pic>
        <p:nvPicPr>
          <p:cNvPr id="24580" name="Picture 1028" descr="Dieter12-2.alt.stress.cycle.tif                                000412E4iMac HD                        ABA78158:"/>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85800" y="1765300"/>
            <a:ext cx="7391400" cy="5092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4581" name="Text Box 1029"/>
          <p:cNvSpPr txBox="1">
            <a:spLocks noChangeArrowheads="1"/>
          </p:cNvSpPr>
          <p:nvPr/>
        </p:nvSpPr>
        <p:spPr bwMode="auto">
          <a:xfrm>
            <a:off x="6096000" y="3200400"/>
            <a:ext cx="2486025" cy="11699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600" b="1">
                <a:solidFill>
                  <a:schemeClr val="tx1"/>
                </a:solidFill>
                <a:latin typeface="Arial" panose="020B0604020202020204" pitchFamily="34" charset="0"/>
              </a:defRPr>
            </a:lvl1pPr>
            <a:lvl2pPr marL="742950" indent="-285750">
              <a:spcBef>
                <a:spcPct val="20000"/>
              </a:spcBef>
              <a:buChar char="–"/>
              <a:defRPr sz="3200" b="1">
                <a:solidFill>
                  <a:schemeClr val="tx1"/>
                </a:solidFill>
                <a:latin typeface="Arial" panose="020B0604020202020204" pitchFamily="34" charset="0"/>
              </a:defRPr>
            </a:lvl2pPr>
            <a:lvl3pPr marL="1143000" indent="-228600">
              <a:spcBef>
                <a:spcPct val="20000"/>
              </a:spcBef>
              <a:buChar char="•"/>
              <a:defRPr sz="3000" b="1">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buFontTx/>
              <a:buNone/>
            </a:pPr>
            <a:r>
              <a:rPr lang="en-US" altLang="en-US" sz="2400" b="0" i="1">
                <a:latin typeface="Symbol" panose="05050102010706020507" pitchFamily="18" charset="2"/>
              </a:rPr>
              <a:t></a:t>
            </a:r>
            <a:r>
              <a:rPr lang="en-US" altLang="en-US" sz="1400" b="0" i="1">
                <a:latin typeface="Helvetica" panose="020B0604020202020204" pitchFamily="34" charset="0"/>
              </a:rPr>
              <a:t>a</a:t>
            </a:r>
            <a:r>
              <a:rPr lang="en-US" altLang="en-US" sz="2400" b="0" i="1">
                <a:latin typeface="Helvetica" panose="020B0604020202020204" pitchFamily="34" charset="0"/>
              </a:rPr>
              <a:t> = (</a:t>
            </a:r>
            <a:r>
              <a:rPr lang="en-US" altLang="en-US" sz="2400" b="0" i="1">
                <a:latin typeface="Symbol" panose="05050102010706020507" pitchFamily="18" charset="2"/>
              </a:rPr>
              <a:t></a:t>
            </a:r>
            <a:r>
              <a:rPr lang="en-US" altLang="en-US" sz="1400" b="0" i="1">
                <a:latin typeface="Helvetica" panose="020B0604020202020204" pitchFamily="34" charset="0"/>
              </a:rPr>
              <a:t>max</a:t>
            </a:r>
            <a:r>
              <a:rPr lang="en-US" altLang="en-US" sz="2400" b="0" i="1">
                <a:latin typeface="Helvetica" panose="020B0604020202020204" pitchFamily="34" charset="0"/>
              </a:rPr>
              <a:t>-</a:t>
            </a:r>
            <a:r>
              <a:rPr lang="en-US" altLang="en-US" sz="2400" b="0" i="1">
                <a:latin typeface="Symbol" panose="05050102010706020507" pitchFamily="18" charset="2"/>
              </a:rPr>
              <a:t></a:t>
            </a:r>
            <a:r>
              <a:rPr lang="en-US" altLang="en-US" sz="1400" b="0" i="1">
                <a:latin typeface="Helvetica" panose="020B0604020202020204" pitchFamily="34" charset="0"/>
              </a:rPr>
              <a:t>min</a:t>
            </a:r>
            <a:r>
              <a:rPr lang="en-US" altLang="en-US" sz="2400" b="0">
                <a:latin typeface="Helvetica" panose="020B0604020202020204" pitchFamily="34" charset="0"/>
              </a:rPr>
              <a:t>)/2</a:t>
            </a:r>
          </a:p>
          <a:p>
            <a:pPr>
              <a:buFontTx/>
              <a:buNone/>
            </a:pPr>
            <a:r>
              <a:rPr lang="en-US" altLang="en-US" sz="2400" b="0" i="1">
                <a:latin typeface="Symbol" panose="05050102010706020507" pitchFamily="18" charset="2"/>
              </a:rPr>
              <a:t></a:t>
            </a:r>
            <a:r>
              <a:rPr lang="en-US" altLang="en-US" sz="1400" b="0" i="1">
                <a:latin typeface="Helvetica" panose="020B0604020202020204" pitchFamily="34" charset="0"/>
              </a:rPr>
              <a:t>m</a:t>
            </a:r>
            <a:r>
              <a:rPr lang="en-US" altLang="en-US" sz="2400" b="0" i="1">
                <a:latin typeface="Helvetica" panose="020B0604020202020204" pitchFamily="34" charset="0"/>
              </a:rPr>
              <a:t> = (</a:t>
            </a:r>
            <a:r>
              <a:rPr lang="en-US" altLang="en-US" sz="2400" b="0" i="1">
                <a:latin typeface="Symbol" panose="05050102010706020507" pitchFamily="18" charset="2"/>
              </a:rPr>
              <a:t></a:t>
            </a:r>
            <a:r>
              <a:rPr lang="en-US" altLang="en-US" sz="1400" b="0" i="1">
                <a:latin typeface="Helvetica" panose="020B0604020202020204" pitchFamily="34" charset="0"/>
              </a:rPr>
              <a:t>max</a:t>
            </a:r>
            <a:r>
              <a:rPr lang="en-US" altLang="en-US" sz="2400" b="0" i="1">
                <a:latin typeface="Helvetica" panose="020B0604020202020204" pitchFamily="34" charset="0"/>
              </a:rPr>
              <a:t>+</a:t>
            </a:r>
            <a:r>
              <a:rPr lang="en-US" altLang="en-US" sz="2400" b="0" i="1">
                <a:latin typeface="Symbol" panose="05050102010706020507" pitchFamily="18" charset="2"/>
              </a:rPr>
              <a:t></a:t>
            </a:r>
            <a:r>
              <a:rPr lang="en-US" altLang="en-US" sz="1400" b="0" i="1">
                <a:latin typeface="Helvetica" panose="020B0604020202020204" pitchFamily="34" charset="0"/>
              </a:rPr>
              <a:t>min</a:t>
            </a:r>
            <a:r>
              <a:rPr lang="en-US" altLang="en-US" sz="2400" b="0">
                <a:latin typeface="Helvetica" panose="020B0604020202020204" pitchFamily="34" charset="0"/>
              </a:rPr>
              <a:t>)/2</a:t>
            </a:r>
          </a:p>
          <a:p>
            <a:pPr eaLnBrk="1" hangingPunct="1">
              <a:spcBef>
                <a:spcPct val="0"/>
              </a:spcBef>
              <a:buFontTx/>
              <a:buNone/>
            </a:pPr>
            <a:endParaRPr lang="en-US" altLang="en-US" sz="1800" b="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Rectangle 2"/>
          <p:cNvSpPr>
            <a:spLocks noGrp="1" noChangeArrowheads="1"/>
          </p:cNvSpPr>
          <p:nvPr>
            <p:ph type="title"/>
          </p:nvPr>
        </p:nvSpPr>
        <p:spPr/>
        <p:txBody>
          <a:bodyPr/>
          <a:lstStyle/>
          <a:p>
            <a:pPr eaLnBrk="1" hangingPunct="1"/>
            <a:r>
              <a:rPr lang="en-US" altLang="en-US"/>
              <a:t>S-N Diagram</a:t>
            </a:r>
          </a:p>
        </p:txBody>
      </p:sp>
      <p:pic>
        <p:nvPicPr>
          <p:cNvPr id="26627" name="Picture 4" descr="fg09_04a-b"/>
          <p:cNvPicPr>
            <a:picLocks noChangeAspect="1" noChangeArrowheads="1"/>
          </p:cNvPicPr>
          <p:nvPr/>
        </p:nvPicPr>
        <p:blipFill>
          <a:blip r:embed="rId3">
            <a:extLst>
              <a:ext uri="{28A0092B-C50C-407E-A947-70E740481C1C}">
                <a14:useLocalDpi xmlns:a14="http://schemas.microsoft.com/office/drawing/2010/main" val="0"/>
              </a:ext>
            </a:extLst>
          </a:blip>
          <a:srcRect r="50017"/>
          <a:stretch>
            <a:fillRect/>
          </a:stretch>
        </p:blipFill>
        <p:spPr bwMode="auto">
          <a:xfrm>
            <a:off x="1692275" y="1658938"/>
            <a:ext cx="5486400" cy="414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6628" name="Text Box 1043"/>
          <p:cNvSpPr txBox="1">
            <a:spLocks noChangeArrowheads="1"/>
          </p:cNvSpPr>
          <p:nvPr/>
        </p:nvSpPr>
        <p:spPr bwMode="auto">
          <a:xfrm>
            <a:off x="107950" y="5910263"/>
            <a:ext cx="9036050" cy="831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600" b="1">
                <a:solidFill>
                  <a:schemeClr val="tx1"/>
                </a:solidFill>
                <a:latin typeface="Arial" panose="020B0604020202020204" pitchFamily="34" charset="0"/>
              </a:defRPr>
            </a:lvl1pPr>
            <a:lvl2pPr marL="742950" indent="-285750">
              <a:spcBef>
                <a:spcPct val="20000"/>
              </a:spcBef>
              <a:buChar char="–"/>
              <a:defRPr sz="3200" b="1">
                <a:solidFill>
                  <a:schemeClr val="tx1"/>
                </a:solidFill>
                <a:latin typeface="Arial" panose="020B0604020202020204" pitchFamily="34" charset="0"/>
              </a:defRPr>
            </a:lvl2pPr>
            <a:lvl3pPr marL="1143000" indent="-228600">
              <a:spcBef>
                <a:spcPct val="20000"/>
              </a:spcBef>
              <a:buChar char="•"/>
              <a:defRPr sz="3000" b="1">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0"/>
              </a:spcBef>
              <a:buFontTx/>
              <a:buNone/>
            </a:pPr>
            <a:r>
              <a:rPr lang="en-US" altLang="en-US" sz="2400" b="0">
                <a:latin typeface="Helvetica" panose="020B0604020202020204" pitchFamily="34" charset="0"/>
              </a:rPr>
              <a:t>The greater the number of cycles in the loading history, the smaller the stress that the material can withstand without failure.</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Rectangle 1026"/>
          <p:cNvSpPr>
            <a:spLocks noGrp="1" noChangeArrowheads="1"/>
          </p:cNvSpPr>
          <p:nvPr>
            <p:ph type="title"/>
          </p:nvPr>
        </p:nvSpPr>
        <p:spPr/>
        <p:txBody>
          <a:bodyPr/>
          <a:lstStyle/>
          <a:p>
            <a:pPr eaLnBrk="1" hangingPunct="1"/>
            <a:r>
              <a:rPr lang="en-US" altLang="en-US"/>
              <a:t>S-N Diagram</a:t>
            </a:r>
          </a:p>
        </p:txBody>
      </p:sp>
      <p:pic>
        <p:nvPicPr>
          <p:cNvPr id="28675" name="Picture 1"/>
          <p:cNvPicPr>
            <a:picLocks noChangeAspect="1"/>
          </p:cNvPicPr>
          <p:nvPr/>
        </p:nvPicPr>
        <p:blipFill>
          <a:blip r:embed="rId3">
            <a:extLst>
              <a:ext uri="{28A0092B-C50C-407E-A947-70E740481C1C}">
                <a14:useLocalDpi xmlns:a14="http://schemas.microsoft.com/office/drawing/2010/main" val="0"/>
              </a:ext>
            </a:extLst>
          </a:blip>
          <a:srcRect l="17345"/>
          <a:stretch>
            <a:fillRect/>
          </a:stretch>
        </p:blipFill>
        <p:spPr bwMode="auto">
          <a:xfrm>
            <a:off x="1331913" y="2012950"/>
            <a:ext cx="6142037" cy="37925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8676" name="Text Box 1043"/>
          <p:cNvSpPr txBox="1">
            <a:spLocks noChangeArrowheads="1"/>
          </p:cNvSpPr>
          <p:nvPr/>
        </p:nvSpPr>
        <p:spPr bwMode="auto">
          <a:xfrm>
            <a:off x="647700" y="5949950"/>
            <a:ext cx="8039100"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600" b="1">
                <a:solidFill>
                  <a:schemeClr val="tx1"/>
                </a:solidFill>
                <a:latin typeface="Arial" panose="020B0604020202020204" pitchFamily="34" charset="0"/>
              </a:defRPr>
            </a:lvl1pPr>
            <a:lvl2pPr marL="742950" indent="-285750">
              <a:spcBef>
                <a:spcPct val="20000"/>
              </a:spcBef>
              <a:buChar char="–"/>
              <a:defRPr sz="3200" b="1">
                <a:solidFill>
                  <a:schemeClr val="tx1"/>
                </a:solidFill>
                <a:latin typeface="Arial" panose="020B0604020202020204" pitchFamily="34" charset="0"/>
              </a:defRPr>
            </a:lvl2pPr>
            <a:lvl3pPr marL="1143000" indent="-228600">
              <a:spcBef>
                <a:spcPct val="20000"/>
              </a:spcBef>
              <a:buChar char="•"/>
              <a:defRPr sz="3000" b="1">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0"/>
              </a:spcBef>
              <a:buFontTx/>
              <a:buNone/>
            </a:pPr>
            <a:r>
              <a:rPr lang="en-US" altLang="en-US" sz="2400" b="0">
                <a:latin typeface="Helvetica" panose="020B0604020202020204" pitchFamily="34" charset="0"/>
              </a:rPr>
              <a:t>The higher the mean stress, the shorter the fatigue life.</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Date Placeholder 3"/>
          <p:cNvSpPr>
            <a:spLocks noGrp="1"/>
          </p:cNvSpPr>
          <p:nvPr>
            <p:ph type="dt"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600" b="1">
                <a:solidFill>
                  <a:schemeClr val="tx1"/>
                </a:solidFill>
                <a:latin typeface="Arial" panose="020B0604020202020204" pitchFamily="34" charset="0"/>
              </a:defRPr>
            </a:lvl1pPr>
            <a:lvl2pPr marL="742950" indent="-285750">
              <a:spcBef>
                <a:spcPct val="20000"/>
              </a:spcBef>
              <a:buChar char="–"/>
              <a:defRPr sz="3200" b="1">
                <a:solidFill>
                  <a:schemeClr val="tx1"/>
                </a:solidFill>
                <a:latin typeface="Arial" panose="020B0604020202020204" pitchFamily="34" charset="0"/>
              </a:defRPr>
            </a:lvl2pPr>
            <a:lvl3pPr marL="1143000" indent="-228600">
              <a:spcBef>
                <a:spcPct val="20000"/>
              </a:spcBef>
              <a:buChar char="•"/>
              <a:defRPr sz="3000" b="1">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0"/>
              </a:spcBef>
              <a:buFontTx/>
              <a:buNone/>
            </a:pPr>
            <a:fld id="{878B20B7-EAD9-492B-896F-25ED71AD17C5}" type="slidenum">
              <a:rPr lang="en-US" altLang="en-US" sz="1600" smtClean="0"/>
              <a:pPr>
                <a:spcBef>
                  <a:spcPct val="0"/>
                </a:spcBef>
                <a:buFontTx/>
                <a:buNone/>
              </a:pPr>
              <a:t>15</a:t>
            </a:fld>
            <a:endParaRPr lang="en-US" altLang="en-US" sz="1600"/>
          </a:p>
        </p:txBody>
      </p:sp>
      <p:sp>
        <p:nvSpPr>
          <p:cNvPr id="30723" name="Rectangle 2"/>
          <p:cNvSpPr>
            <a:spLocks noGrp="1" noChangeArrowheads="1"/>
          </p:cNvSpPr>
          <p:nvPr>
            <p:ph type="title"/>
          </p:nvPr>
        </p:nvSpPr>
        <p:spPr/>
        <p:txBody>
          <a:bodyPr/>
          <a:lstStyle/>
          <a:p>
            <a:pPr eaLnBrk="1" hangingPunct="1"/>
            <a:r>
              <a:rPr lang="en-US" altLang="en-US"/>
              <a:t>S-N Diagram</a:t>
            </a:r>
          </a:p>
        </p:txBody>
      </p:sp>
      <p:pic>
        <p:nvPicPr>
          <p:cNvPr id="30724" name="Picture 4" descr="fg09_0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43000" y="1905000"/>
            <a:ext cx="6500813" cy="438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Date Placeholder 3"/>
          <p:cNvSpPr>
            <a:spLocks noGrp="1"/>
          </p:cNvSpPr>
          <p:nvPr>
            <p:ph type="dt"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600" b="1">
                <a:solidFill>
                  <a:schemeClr val="tx1"/>
                </a:solidFill>
                <a:latin typeface="Arial" panose="020B0604020202020204" pitchFamily="34" charset="0"/>
              </a:defRPr>
            </a:lvl1pPr>
            <a:lvl2pPr marL="742950" indent="-285750">
              <a:spcBef>
                <a:spcPct val="20000"/>
              </a:spcBef>
              <a:buChar char="–"/>
              <a:defRPr sz="3200" b="1">
                <a:solidFill>
                  <a:schemeClr val="tx1"/>
                </a:solidFill>
                <a:latin typeface="Arial" panose="020B0604020202020204" pitchFamily="34" charset="0"/>
              </a:defRPr>
            </a:lvl2pPr>
            <a:lvl3pPr marL="1143000" indent="-228600">
              <a:spcBef>
                <a:spcPct val="20000"/>
              </a:spcBef>
              <a:buChar char="•"/>
              <a:defRPr sz="3000" b="1">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0"/>
              </a:spcBef>
              <a:buFontTx/>
              <a:buNone/>
            </a:pPr>
            <a:fld id="{F4BD9CE9-0867-4100-A81E-1259F6F66E39}" type="slidenum">
              <a:rPr lang="en-US" altLang="en-US" sz="1600" smtClean="0"/>
              <a:pPr>
                <a:spcBef>
                  <a:spcPct val="0"/>
                </a:spcBef>
                <a:buFontTx/>
                <a:buNone/>
              </a:pPr>
              <a:t>16</a:t>
            </a:fld>
            <a:endParaRPr lang="en-US" altLang="en-US" sz="1600"/>
          </a:p>
        </p:txBody>
      </p:sp>
      <p:pic>
        <p:nvPicPr>
          <p:cNvPr id="32771" name="Picture 6" descr="shi20361_0712"/>
          <p:cNvPicPr preferRelativeResize="0">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1828800"/>
            <a:ext cx="4572000" cy="4351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2772" name="Rectangle 2"/>
          <p:cNvSpPr>
            <a:spLocks noGrp="1" noChangeArrowheads="1"/>
          </p:cNvSpPr>
          <p:nvPr>
            <p:ph type="title"/>
          </p:nvPr>
        </p:nvSpPr>
        <p:spPr/>
        <p:txBody>
          <a:bodyPr/>
          <a:lstStyle/>
          <a:p>
            <a:pPr eaLnBrk="1" hangingPunct="1"/>
            <a:r>
              <a:rPr lang="en-US" altLang="en-US"/>
              <a:t>S-N Diagram</a:t>
            </a:r>
          </a:p>
        </p:txBody>
      </p:sp>
      <p:pic>
        <p:nvPicPr>
          <p:cNvPr id="32773" name="Picture 4" descr="shi20361_0710"/>
          <p:cNvPicPr preferRelativeResize="0">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163888" y="1905000"/>
            <a:ext cx="5980112" cy="4613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2774" name="Text Box 5"/>
          <p:cNvSpPr txBox="1">
            <a:spLocks noChangeArrowheads="1"/>
          </p:cNvSpPr>
          <p:nvPr/>
        </p:nvSpPr>
        <p:spPr bwMode="auto">
          <a:xfrm>
            <a:off x="7086600" y="5181600"/>
            <a:ext cx="17589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600" b="1">
                <a:solidFill>
                  <a:schemeClr val="tx1"/>
                </a:solidFill>
                <a:latin typeface="Arial" panose="020B0604020202020204" pitchFamily="34" charset="0"/>
              </a:defRPr>
            </a:lvl1pPr>
            <a:lvl2pPr marL="742950" indent="-285750">
              <a:spcBef>
                <a:spcPct val="20000"/>
              </a:spcBef>
              <a:buChar char="–"/>
              <a:defRPr sz="3200" b="1">
                <a:solidFill>
                  <a:schemeClr val="tx1"/>
                </a:solidFill>
                <a:latin typeface="Arial" panose="020B0604020202020204" pitchFamily="34" charset="0"/>
              </a:defRPr>
            </a:lvl2pPr>
            <a:lvl3pPr marL="1143000" indent="-228600">
              <a:spcBef>
                <a:spcPct val="20000"/>
              </a:spcBef>
              <a:buChar char="•"/>
              <a:defRPr sz="3000" b="1">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r>
              <a:rPr lang="en-US" altLang="en-US" sz="1800" b="0"/>
              <a:t>Endurance limit</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Date Placeholder 3"/>
          <p:cNvSpPr>
            <a:spLocks noGrp="1"/>
          </p:cNvSpPr>
          <p:nvPr>
            <p:ph type="dt"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600" b="1">
                <a:solidFill>
                  <a:schemeClr val="tx1"/>
                </a:solidFill>
                <a:latin typeface="Arial" panose="020B0604020202020204" pitchFamily="34" charset="0"/>
              </a:defRPr>
            </a:lvl1pPr>
            <a:lvl2pPr marL="742950" indent="-285750">
              <a:spcBef>
                <a:spcPct val="20000"/>
              </a:spcBef>
              <a:buChar char="–"/>
              <a:defRPr sz="3200" b="1">
                <a:solidFill>
                  <a:schemeClr val="tx1"/>
                </a:solidFill>
                <a:latin typeface="Arial" panose="020B0604020202020204" pitchFamily="34" charset="0"/>
              </a:defRPr>
            </a:lvl2pPr>
            <a:lvl3pPr marL="1143000" indent="-228600">
              <a:spcBef>
                <a:spcPct val="20000"/>
              </a:spcBef>
              <a:buChar char="•"/>
              <a:defRPr sz="3000" b="1">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0"/>
              </a:spcBef>
              <a:buFontTx/>
              <a:buNone/>
            </a:pPr>
            <a:fld id="{53C6C0DC-C7BE-4684-9BCD-BC32DDB31B08}" type="slidenum">
              <a:rPr lang="en-US" altLang="en-US" sz="1600" smtClean="0"/>
              <a:pPr>
                <a:spcBef>
                  <a:spcPct val="0"/>
                </a:spcBef>
                <a:buFontTx/>
                <a:buNone/>
              </a:pPr>
              <a:t>17</a:t>
            </a:fld>
            <a:endParaRPr lang="en-US" altLang="en-US" sz="1600"/>
          </a:p>
        </p:txBody>
      </p:sp>
      <p:sp>
        <p:nvSpPr>
          <p:cNvPr id="34819" name="Rectangle 4"/>
          <p:cNvSpPr>
            <a:spLocks noGrp="1" noChangeArrowheads="1"/>
          </p:cNvSpPr>
          <p:nvPr>
            <p:ph type="title"/>
          </p:nvPr>
        </p:nvSpPr>
        <p:spPr>
          <a:noFill/>
        </p:spPr>
        <p:txBody>
          <a:bodyPr/>
          <a:lstStyle/>
          <a:p>
            <a:pPr eaLnBrk="1" hangingPunct="1"/>
            <a:r>
              <a:rPr lang="en-US" altLang="en-US"/>
              <a:t>Endurance Limit</a:t>
            </a:r>
          </a:p>
        </p:txBody>
      </p:sp>
      <p:pic>
        <p:nvPicPr>
          <p:cNvPr id="34820" name="Picture 5" descr="shi20361_0718"/>
          <p:cNvPicPr preferRelativeResize="0">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04800" y="1600200"/>
            <a:ext cx="5715000" cy="3784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aphicFrame>
        <p:nvGraphicFramePr>
          <p:cNvPr id="34821" name="Object 0"/>
          <p:cNvGraphicFramePr>
            <a:graphicFrameLocks noChangeAspect="1"/>
          </p:cNvGraphicFramePr>
          <p:nvPr/>
        </p:nvGraphicFramePr>
        <p:xfrm>
          <a:off x="609600" y="5334000"/>
          <a:ext cx="5842000" cy="1524000"/>
        </p:xfrm>
        <a:graphic>
          <a:graphicData uri="http://schemas.openxmlformats.org/presentationml/2006/ole">
            <mc:AlternateContent xmlns:mc="http://schemas.openxmlformats.org/markup-compatibility/2006">
              <mc:Choice xmlns:v="urn:schemas-microsoft-com:vml" Requires="v">
                <p:oleObj name="Equation" r:id="rId4" imgW="5842000" imgH="1524000" progId="Equation.3">
                  <p:embed/>
                </p:oleObj>
              </mc:Choice>
              <mc:Fallback>
                <p:oleObj name="Equation" r:id="rId4" imgW="5842000" imgH="1524000" progId="Equation.3">
                  <p:embed/>
                  <p:pic>
                    <p:nvPicPr>
                      <p:cNvPr id="34821" name="Object 0"/>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09600" y="5334000"/>
                        <a:ext cx="5842000" cy="1524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34822" name="Text Box 7"/>
          <p:cNvSpPr txBox="1">
            <a:spLocks noChangeArrowheads="1"/>
          </p:cNvSpPr>
          <p:nvPr/>
        </p:nvSpPr>
        <p:spPr bwMode="auto">
          <a:xfrm>
            <a:off x="6705600" y="4343400"/>
            <a:ext cx="13398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600" b="1">
                <a:solidFill>
                  <a:schemeClr val="tx1"/>
                </a:solidFill>
                <a:latin typeface="Arial" panose="020B0604020202020204" pitchFamily="34" charset="0"/>
              </a:defRPr>
            </a:lvl1pPr>
            <a:lvl2pPr marL="742950" indent="-285750">
              <a:spcBef>
                <a:spcPct val="20000"/>
              </a:spcBef>
              <a:buChar char="–"/>
              <a:defRPr sz="3200" b="1">
                <a:solidFill>
                  <a:schemeClr val="tx1"/>
                </a:solidFill>
                <a:latin typeface="Arial" panose="020B0604020202020204" pitchFamily="34" charset="0"/>
              </a:defRPr>
            </a:lvl2pPr>
            <a:lvl3pPr marL="1143000" indent="-228600">
              <a:spcBef>
                <a:spcPct val="20000"/>
              </a:spcBef>
              <a:buChar char="•"/>
              <a:defRPr sz="3000" b="1">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r>
              <a:rPr lang="en-US" altLang="en-US" sz="1800"/>
              <a:t>Table A-24</a:t>
            </a:r>
          </a:p>
        </p:txBody>
      </p:sp>
      <p:sp>
        <p:nvSpPr>
          <p:cNvPr id="34823" name="Text Box 8"/>
          <p:cNvSpPr txBox="1">
            <a:spLocks noChangeArrowheads="1"/>
          </p:cNvSpPr>
          <p:nvPr/>
        </p:nvSpPr>
        <p:spPr bwMode="auto">
          <a:xfrm>
            <a:off x="7146925" y="5751513"/>
            <a:ext cx="113665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600" b="1">
                <a:solidFill>
                  <a:schemeClr val="tx1"/>
                </a:solidFill>
                <a:latin typeface="Arial" panose="020B0604020202020204" pitchFamily="34" charset="0"/>
              </a:defRPr>
            </a:lvl1pPr>
            <a:lvl2pPr marL="742950" indent="-285750">
              <a:spcBef>
                <a:spcPct val="20000"/>
              </a:spcBef>
              <a:buChar char="–"/>
              <a:defRPr sz="3200" b="1">
                <a:solidFill>
                  <a:schemeClr val="tx1"/>
                </a:solidFill>
                <a:latin typeface="Arial" panose="020B0604020202020204" pitchFamily="34" charset="0"/>
              </a:defRPr>
            </a:lvl2pPr>
            <a:lvl3pPr marL="1143000" indent="-228600">
              <a:spcBef>
                <a:spcPct val="20000"/>
              </a:spcBef>
              <a:buChar char="•"/>
              <a:defRPr sz="3000" b="1">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r>
              <a:rPr lang="en-US" altLang="en-US" sz="1800"/>
              <a:t>For steel</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Date Placeholder 3"/>
          <p:cNvSpPr>
            <a:spLocks noGrp="1"/>
          </p:cNvSpPr>
          <p:nvPr>
            <p:ph type="dt"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600" b="1">
                <a:solidFill>
                  <a:schemeClr val="tx1"/>
                </a:solidFill>
                <a:latin typeface="Arial" panose="020B0604020202020204" pitchFamily="34" charset="0"/>
              </a:defRPr>
            </a:lvl1pPr>
            <a:lvl2pPr marL="742950" indent="-285750">
              <a:spcBef>
                <a:spcPct val="20000"/>
              </a:spcBef>
              <a:buChar char="–"/>
              <a:defRPr sz="3200" b="1">
                <a:solidFill>
                  <a:schemeClr val="tx1"/>
                </a:solidFill>
                <a:latin typeface="Arial" panose="020B0604020202020204" pitchFamily="34" charset="0"/>
              </a:defRPr>
            </a:lvl2pPr>
            <a:lvl3pPr marL="1143000" indent="-228600">
              <a:spcBef>
                <a:spcPct val="20000"/>
              </a:spcBef>
              <a:buChar char="•"/>
              <a:defRPr sz="3000" b="1">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0"/>
              </a:spcBef>
              <a:buFontTx/>
              <a:buNone/>
            </a:pPr>
            <a:fld id="{11FC6D14-1A62-4755-94B6-416C54BB737C}" type="slidenum">
              <a:rPr lang="en-US" altLang="en-US" sz="1600" smtClean="0"/>
              <a:pPr>
                <a:spcBef>
                  <a:spcPct val="0"/>
                </a:spcBef>
                <a:buFontTx/>
                <a:buNone/>
              </a:pPr>
              <a:t>18</a:t>
            </a:fld>
            <a:endParaRPr lang="en-US" altLang="en-US" sz="1600"/>
          </a:p>
        </p:txBody>
      </p:sp>
      <p:sp>
        <p:nvSpPr>
          <p:cNvPr id="36867" name="Rectangle 2"/>
          <p:cNvSpPr>
            <a:spLocks noGrp="1" noChangeArrowheads="1"/>
          </p:cNvSpPr>
          <p:nvPr>
            <p:ph type="title"/>
          </p:nvPr>
        </p:nvSpPr>
        <p:spPr/>
        <p:txBody>
          <a:bodyPr/>
          <a:lstStyle/>
          <a:p>
            <a:pPr eaLnBrk="1" hangingPunct="1"/>
            <a:r>
              <a:rPr lang="en-US" altLang="en-US"/>
              <a:t>S-N Diagram</a:t>
            </a:r>
          </a:p>
        </p:txBody>
      </p:sp>
      <p:pic>
        <p:nvPicPr>
          <p:cNvPr id="36868" name="Picture 4" descr="fg09_04a-b"/>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175" y="2063750"/>
            <a:ext cx="9140825" cy="34528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6869" name="Text Box 5"/>
          <p:cNvSpPr txBox="1">
            <a:spLocks noChangeArrowheads="1"/>
          </p:cNvSpPr>
          <p:nvPr/>
        </p:nvSpPr>
        <p:spPr bwMode="auto">
          <a:xfrm>
            <a:off x="3990975" y="5876925"/>
            <a:ext cx="13017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600" b="1">
                <a:solidFill>
                  <a:schemeClr val="tx1"/>
                </a:solidFill>
                <a:latin typeface="Arial" panose="020B0604020202020204" pitchFamily="34" charset="0"/>
              </a:defRPr>
            </a:lvl1pPr>
            <a:lvl2pPr marL="742950" indent="-285750">
              <a:spcBef>
                <a:spcPct val="20000"/>
              </a:spcBef>
              <a:buChar char="–"/>
              <a:defRPr sz="3200" b="1">
                <a:solidFill>
                  <a:schemeClr val="tx1"/>
                </a:solidFill>
                <a:latin typeface="Arial" panose="020B0604020202020204" pitchFamily="34" charset="0"/>
              </a:defRPr>
            </a:lvl2pPr>
            <a:lvl3pPr marL="1143000" indent="-228600">
              <a:spcBef>
                <a:spcPct val="20000"/>
              </a:spcBef>
              <a:buChar char="•"/>
              <a:defRPr sz="3000" b="1">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r>
              <a:rPr lang="en-US" altLang="en-US" sz="1800"/>
              <a:t>Aluminum</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Date Placeholder 3"/>
          <p:cNvSpPr>
            <a:spLocks noGrp="1"/>
          </p:cNvSpPr>
          <p:nvPr>
            <p:ph type="dt"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600" b="1">
                <a:solidFill>
                  <a:schemeClr val="tx1"/>
                </a:solidFill>
                <a:latin typeface="Arial" panose="020B0604020202020204" pitchFamily="34" charset="0"/>
              </a:defRPr>
            </a:lvl1pPr>
            <a:lvl2pPr marL="742950" indent="-285750">
              <a:spcBef>
                <a:spcPct val="20000"/>
              </a:spcBef>
              <a:buChar char="–"/>
              <a:defRPr sz="3200" b="1">
                <a:solidFill>
                  <a:schemeClr val="tx1"/>
                </a:solidFill>
                <a:latin typeface="Arial" panose="020B0604020202020204" pitchFamily="34" charset="0"/>
              </a:defRPr>
            </a:lvl2pPr>
            <a:lvl3pPr marL="1143000" indent="-228600">
              <a:spcBef>
                <a:spcPct val="20000"/>
              </a:spcBef>
              <a:buChar char="•"/>
              <a:defRPr sz="3000" b="1">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0"/>
              </a:spcBef>
              <a:buFontTx/>
              <a:buNone/>
            </a:pPr>
            <a:fld id="{D15C3038-23C4-4226-AED9-64228946B4FC}" type="slidenum">
              <a:rPr lang="en-US" altLang="en-US" sz="1600" smtClean="0"/>
              <a:pPr>
                <a:spcBef>
                  <a:spcPct val="0"/>
                </a:spcBef>
                <a:buFontTx/>
                <a:buNone/>
              </a:pPr>
              <a:t>19</a:t>
            </a:fld>
            <a:endParaRPr lang="en-US" altLang="en-US" sz="1600"/>
          </a:p>
        </p:txBody>
      </p:sp>
      <p:sp>
        <p:nvSpPr>
          <p:cNvPr id="38915" name="Rectangle 2"/>
          <p:cNvSpPr>
            <a:spLocks noGrp="1" noChangeArrowheads="1"/>
          </p:cNvSpPr>
          <p:nvPr>
            <p:ph type="title"/>
          </p:nvPr>
        </p:nvSpPr>
        <p:spPr/>
        <p:txBody>
          <a:bodyPr/>
          <a:lstStyle/>
          <a:p>
            <a:pPr eaLnBrk="1" hangingPunct="1"/>
            <a:r>
              <a:rPr lang="en-US" altLang="en-US"/>
              <a:t>Fatigue Life</a:t>
            </a:r>
          </a:p>
        </p:txBody>
      </p:sp>
      <p:pic>
        <p:nvPicPr>
          <p:cNvPr id="38916" name="Picture 4" descr="fg09_06"/>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11188" y="2025650"/>
            <a:ext cx="6380162" cy="4832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aphicFrame>
        <p:nvGraphicFramePr>
          <p:cNvPr id="38917" name="Object 1"/>
          <p:cNvGraphicFramePr>
            <a:graphicFrameLocks noChangeAspect="1"/>
          </p:cNvGraphicFramePr>
          <p:nvPr/>
        </p:nvGraphicFramePr>
        <p:xfrm>
          <a:off x="6667500" y="2025650"/>
          <a:ext cx="2032000" cy="1041400"/>
        </p:xfrm>
        <a:graphic>
          <a:graphicData uri="http://schemas.openxmlformats.org/presentationml/2006/ole">
            <mc:AlternateContent xmlns:mc="http://schemas.openxmlformats.org/markup-compatibility/2006">
              <mc:Choice xmlns:v="urn:schemas-microsoft-com:vml" Requires="v">
                <p:oleObj name="Equation" r:id="rId4" imgW="2032000" imgH="1041400" progId="Equation.3">
                  <p:embed/>
                </p:oleObj>
              </mc:Choice>
              <mc:Fallback>
                <p:oleObj name="Equation" r:id="rId4" imgW="2032000" imgH="1041400" progId="Equation.3">
                  <p:embed/>
                  <p:pic>
                    <p:nvPicPr>
                      <p:cNvPr id="38917" name="Object 1"/>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667500" y="2025650"/>
                        <a:ext cx="2032000" cy="1041400"/>
                      </a:xfrm>
                      <a:prstGeom prst="rect">
                        <a:avLst/>
                      </a:prstGeom>
                      <a:noFill/>
                      <a:ln w="28575">
                        <a:solidFill>
                          <a:srgbClr val="FF0000"/>
                        </a:solidFill>
                        <a:miter lim="800000"/>
                        <a:headEnd/>
                        <a:tailEnd/>
                      </a:ln>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38918" name="Object 6"/>
          <p:cNvGraphicFramePr>
            <a:graphicFrameLocks noChangeAspect="1"/>
          </p:cNvGraphicFramePr>
          <p:nvPr/>
        </p:nvGraphicFramePr>
        <p:xfrm>
          <a:off x="6559550" y="5661025"/>
          <a:ext cx="2247900" cy="419100"/>
        </p:xfrm>
        <a:graphic>
          <a:graphicData uri="http://schemas.openxmlformats.org/presentationml/2006/ole">
            <mc:AlternateContent xmlns:mc="http://schemas.openxmlformats.org/markup-compatibility/2006">
              <mc:Choice xmlns:v="urn:schemas-microsoft-com:vml" Requires="v">
                <p:oleObj name="Equation" r:id="rId6" imgW="2247900" imgH="419100" progId="Equation.3">
                  <p:embed/>
                </p:oleObj>
              </mc:Choice>
              <mc:Fallback>
                <p:oleObj name="Equation" r:id="rId6" imgW="2247900" imgH="419100" progId="Equation.3">
                  <p:embed/>
                  <p:pic>
                    <p:nvPicPr>
                      <p:cNvPr id="38918" name="Object 6"/>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6559550" y="5661025"/>
                        <a:ext cx="2247900" cy="419100"/>
                      </a:xfrm>
                      <a:prstGeom prst="rect">
                        <a:avLst/>
                      </a:prstGeom>
                      <a:noFill/>
                      <a:ln w="28575">
                        <a:solidFill>
                          <a:srgbClr val="FF0000"/>
                        </a:solidFill>
                        <a:miter lim="800000"/>
                        <a:headEnd/>
                        <a:tailEnd/>
                      </a:ln>
                      <a:extLst>
                        <a:ext uri="{909E8E84-426E-40DD-AFC4-6F175D3DCCD1}">
                          <a14:hiddenFill xmlns:a14="http://schemas.microsoft.com/office/drawing/2010/main">
                            <a:solidFill>
                              <a:srgbClr val="FFFFFF"/>
                            </a:solidFill>
                          </a14:hiddenFill>
                        </a:ext>
                      </a:extLst>
                    </p:spPr>
                  </p:pic>
                </p:oleObj>
              </mc:Fallback>
            </mc:AlternateContent>
          </a:graphicData>
        </a:graphic>
      </p:graphicFrame>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Date Placeholder 3"/>
          <p:cNvSpPr>
            <a:spLocks noGrp="1"/>
          </p:cNvSpPr>
          <p:nvPr>
            <p:ph type="dt"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600" b="1">
                <a:solidFill>
                  <a:schemeClr val="tx1"/>
                </a:solidFill>
                <a:latin typeface="Arial" panose="020B0604020202020204" pitchFamily="34" charset="0"/>
              </a:defRPr>
            </a:lvl1pPr>
            <a:lvl2pPr marL="742950" indent="-285750">
              <a:spcBef>
                <a:spcPct val="20000"/>
              </a:spcBef>
              <a:buChar char="–"/>
              <a:defRPr sz="3200" b="1">
                <a:solidFill>
                  <a:schemeClr val="tx1"/>
                </a:solidFill>
                <a:latin typeface="Arial" panose="020B0604020202020204" pitchFamily="34" charset="0"/>
              </a:defRPr>
            </a:lvl2pPr>
            <a:lvl3pPr marL="1143000" indent="-228600">
              <a:spcBef>
                <a:spcPct val="20000"/>
              </a:spcBef>
              <a:buChar char="•"/>
              <a:defRPr sz="3000" b="1">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0"/>
              </a:spcBef>
              <a:buFontTx/>
              <a:buNone/>
            </a:pPr>
            <a:fld id="{CF41E493-52BF-482E-8858-24D95C72D580}" type="slidenum">
              <a:rPr lang="en-US" altLang="en-US" sz="1600" smtClean="0"/>
              <a:pPr>
                <a:spcBef>
                  <a:spcPct val="0"/>
                </a:spcBef>
                <a:buFontTx/>
                <a:buNone/>
              </a:pPr>
              <a:t>20</a:t>
            </a:fld>
            <a:endParaRPr lang="en-US" altLang="en-US" sz="1600"/>
          </a:p>
        </p:txBody>
      </p:sp>
      <p:sp>
        <p:nvSpPr>
          <p:cNvPr id="40963" name="Footer Placeholder 4"/>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600" b="1">
                <a:solidFill>
                  <a:schemeClr val="tx1"/>
                </a:solidFill>
                <a:latin typeface="Arial" panose="020B0604020202020204" pitchFamily="34" charset="0"/>
              </a:defRPr>
            </a:lvl1pPr>
            <a:lvl2pPr marL="742950" indent="-285750">
              <a:spcBef>
                <a:spcPct val="20000"/>
              </a:spcBef>
              <a:buChar char="–"/>
              <a:defRPr sz="3200" b="1">
                <a:solidFill>
                  <a:schemeClr val="tx1"/>
                </a:solidFill>
                <a:latin typeface="Arial" panose="020B0604020202020204" pitchFamily="34" charset="0"/>
              </a:defRPr>
            </a:lvl2pPr>
            <a:lvl3pPr marL="1143000" indent="-228600">
              <a:spcBef>
                <a:spcPct val="20000"/>
              </a:spcBef>
              <a:buChar char="•"/>
              <a:defRPr sz="3000" b="1">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0"/>
              </a:spcBef>
              <a:buFontTx/>
              <a:buNone/>
            </a:pPr>
            <a:r>
              <a:rPr lang="en-US" altLang="en-US" sz="1400" b="0"/>
              <a:t>Jiangyu Li, University of Washington</a:t>
            </a:r>
          </a:p>
        </p:txBody>
      </p:sp>
      <p:sp>
        <p:nvSpPr>
          <p:cNvPr id="40964" name="Rectangle 2"/>
          <p:cNvSpPr>
            <a:spLocks noGrp="1" noChangeArrowheads="1"/>
          </p:cNvSpPr>
          <p:nvPr>
            <p:ph type="title"/>
          </p:nvPr>
        </p:nvSpPr>
        <p:spPr/>
        <p:txBody>
          <a:bodyPr/>
          <a:lstStyle/>
          <a:p>
            <a:pPr eaLnBrk="1" hangingPunct="1"/>
            <a:r>
              <a:rPr lang="en-US" altLang="en-US"/>
              <a:t>Safety Factor</a:t>
            </a:r>
          </a:p>
        </p:txBody>
      </p:sp>
      <p:pic>
        <p:nvPicPr>
          <p:cNvPr id="40965" name="Picture 4" descr="fg09_06"/>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43000" y="2025650"/>
            <a:ext cx="6380163" cy="4832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Date Placeholder 3"/>
          <p:cNvSpPr>
            <a:spLocks noGrp="1"/>
          </p:cNvSpPr>
          <p:nvPr>
            <p:ph type="dt"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600" b="1">
                <a:solidFill>
                  <a:schemeClr val="tx1"/>
                </a:solidFill>
                <a:latin typeface="Arial" panose="020B0604020202020204" pitchFamily="34" charset="0"/>
              </a:defRPr>
            </a:lvl1pPr>
            <a:lvl2pPr marL="742950" indent="-285750">
              <a:spcBef>
                <a:spcPct val="20000"/>
              </a:spcBef>
              <a:buChar char="–"/>
              <a:defRPr sz="3200" b="1">
                <a:solidFill>
                  <a:schemeClr val="tx1"/>
                </a:solidFill>
                <a:latin typeface="Arial" panose="020B0604020202020204" pitchFamily="34" charset="0"/>
              </a:defRPr>
            </a:lvl2pPr>
            <a:lvl3pPr marL="1143000" indent="-228600">
              <a:spcBef>
                <a:spcPct val="20000"/>
              </a:spcBef>
              <a:buChar char="•"/>
              <a:defRPr sz="3000" b="1">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0"/>
              </a:spcBef>
              <a:buFontTx/>
              <a:buNone/>
            </a:pPr>
            <a:fld id="{E22BCDB8-A0C8-469C-9CA1-1B8F8940F421}" type="slidenum">
              <a:rPr lang="en-US" altLang="en-US" sz="1600" smtClean="0"/>
              <a:pPr>
                <a:spcBef>
                  <a:spcPct val="0"/>
                </a:spcBef>
                <a:buFontTx/>
                <a:buNone/>
              </a:pPr>
              <a:t>21</a:t>
            </a:fld>
            <a:endParaRPr lang="en-US" altLang="en-US" sz="1600"/>
          </a:p>
        </p:txBody>
      </p:sp>
      <p:sp>
        <p:nvSpPr>
          <p:cNvPr id="43011" name="Rectangle 1026"/>
          <p:cNvSpPr>
            <a:spLocks noGrp="1" noChangeArrowheads="1"/>
          </p:cNvSpPr>
          <p:nvPr>
            <p:ph type="title"/>
          </p:nvPr>
        </p:nvSpPr>
        <p:spPr/>
        <p:txBody>
          <a:bodyPr/>
          <a:lstStyle/>
          <a:p>
            <a:pPr eaLnBrk="1" hangingPunct="1"/>
            <a:r>
              <a:rPr lang="en-US" altLang="en-US"/>
              <a:t>Example</a:t>
            </a:r>
          </a:p>
        </p:txBody>
      </p:sp>
      <p:sp>
        <p:nvSpPr>
          <p:cNvPr id="43012" name="Rectangle 1027"/>
          <p:cNvSpPr>
            <a:spLocks noGrp="1" noChangeArrowheads="1"/>
          </p:cNvSpPr>
          <p:nvPr>
            <p:ph type="body" idx="1"/>
          </p:nvPr>
        </p:nvSpPr>
        <p:spPr>
          <a:xfrm>
            <a:off x="457200" y="1905000"/>
            <a:ext cx="8229600" cy="3733800"/>
          </a:xfrm>
        </p:spPr>
        <p:txBody>
          <a:bodyPr/>
          <a:lstStyle/>
          <a:p>
            <a:pPr marL="685800" indent="-685800" eaLnBrk="1" hangingPunct="1">
              <a:buFontTx/>
              <a:buNone/>
            </a:pPr>
            <a:r>
              <a:rPr lang="en-US" altLang="en-US" sz="2400" dirty="0"/>
              <a:t>9.10 For AISI 4340 steel in Table 9.1, a life of 1.94x10</a:t>
            </a:r>
            <a:r>
              <a:rPr lang="en-US" altLang="en-US" sz="2400" baseline="30000" dirty="0"/>
              <a:t>5</a:t>
            </a:r>
            <a:r>
              <a:rPr lang="en-US" altLang="en-US" sz="2400" dirty="0"/>
              <a:t> cycles to failure is calculated for the stress amplitude of </a:t>
            </a:r>
            <a:r>
              <a:rPr lang="en-US" altLang="en-US" sz="2400" dirty="0" err="1">
                <a:latin typeface="Symbol" panose="05050102010706020507" pitchFamily="18" charset="2"/>
              </a:rPr>
              <a:t>s</a:t>
            </a:r>
            <a:r>
              <a:rPr lang="en-US" altLang="en-US" sz="2400" baseline="-25000" dirty="0" err="1"/>
              <a:t>a</a:t>
            </a:r>
            <a:r>
              <a:rPr lang="en-US" altLang="en-US" sz="2400" dirty="0"/>
              <a:t>=500 </a:t>
            </a:r>
            <a:r>
              <a:rPr lang="en-US" altLang="en-US" sz="2400" dirty="0" err="1"/>
              <a:t>Mpa</a:t>
            </a:r>
            <a:r>
              <a:rPr lang="en-US" altLang="en-US" sz="2400" dirty="0"/>
              <a:t>. Suggestion is made that parts of this type be replaced when the number of cycles applied reach 1/3 of the life.</a:t>
            </a:r>
          </a:p>
          <a:p>
            <a:pPr marL="685800" indent="-685800" eaLnBrk="1" hangingPunct="1">
              <a:buFontTx/>
              <a:buAutoNum type="alphaLcParenR"/>
            </a:pPr>
            <a:r>
              <a:rPr lang="en-US" altLang="en-US" sz="2400" dirty="0"/>
              <a:t>What is the safety factors in life and in stress</a:t>
            </a:r>
          </a:p>
          <a:p>
            <a:pPr marL="685800" indent="-685800" eaLnBrk="1" hangingPunct="1">
              <a:buFontTx/>
              <a:buAutoNum type="alphaLcParenR"/>
            </a:pPr>
            <a:r>
              <a:rPr lang="en-US" altLang="en-US" sz="2400" dirty="0"/>
              <a:t>Is the suggestion good?</a:t>
            </a:r>
          </a:p>
          <a:p>
            <a:pPr marL="685800" indent="-685800" eaLnBrk="1" hangingPunct="1">
              <a:buFontTx/>
              <a:buAutoNum type="alphaLcParenR"/>
            </a:pPr>
            <a:r>
              <a:rPr lang="en-US" altLang="en-US" sz="2400" dirty="0"/>
              <a:t>With safety factor in stress of 2, when should it be replaced </a:t>
            </a:r>
          </a:p>
        </p:txBody>
      </p:sp>
      <p:sp>
        <p:nvSpPr>
          <p:cNvPr id="43013" name="TextBox 1"/>
          <p:cNvSpPr txBox="1">
            <a:spLocks noChangeArrowheads="1"/>
          </p:cNvSpPr>
          <p:nvPr/>
        </p:nvSpPr>
        <p:spPr bwMode="auto">
          <a:xfrm>
            <a:off x="3492500" y="5688013"/>
            <a:ext cx="2159000" cy="369887"/>
          </a:xfrm>
          <a:prstGeom prst="rect">
            <a:avLst/>
          </a:prstGeom>
          <a:noFill/>
          <a:ln w="9525">
            <a:solidFill>
              <a:srgbClr val="FF0000"/>
            </a:solidFill>
            <a:miter lim="800000"/>
            <a:headEnd/>
            <a:tailEnd/>
          </a:ln>
          <a:extLst>
            <a:ext uri="{909E8E84-426E-40DD-AFC4-6F175D3DCCD1}">
              <a14:hiddenFill xmlns:a14="http://schemas.microsoft.com/office/drawing/2010/main">
                <a:solidFill>
                  <a:srgbClr val="FFFFFF"/>
                </a:solidFill>
              </a14:hiddenFill>
            </a:ext>
          </a:extLst>
        </p:spPr>
        <p:txBody>
          <a:bodyPr wrap="none">
            <a:spAutoFit/>
          </a:bodyPr>
          <a:lstStyle>
            <a:lvl1pPr>
              <a:spcBef>
                <a:spcPct val="20000"/>
              </a:spcBef>
              <a:buChar char="•"/>
              <a:defRPr sz="3600" b="1">
                <a:solidFill>
                  <a:schemeClr val="tx1"/>
                </a:solidFill>
                <a:latin typeface="Arial" panose="020B0604020202020204" pitchFamily="34" charset="0"/>
              </a:defRPr>
            </a:lvl1pPr>
            <a:lvl2pPr marL="742950" indent="-285750">
              <a:spcBef>
                <a:spcPct val="20000"/>
              </a:spcBef>
              <a:buChar char="–"/>
              <a:defRPr sz="3200" b="1">
                <a:solidFill>
                  <a:schemeClr val="tx1"/>
                </a:solidFill>
                <a:latin typeface="Arial" panose="020B0604020202020204" pitchFamily="34" charset="0"/>
              </a:defRPr>
            </a:lvl2pPr>
            <a:lvl3pPr marL="1143000" indent="-228600">
              <a:spcBef>
                <a:spcPct val="20000"/>
              </a:spcBef>
              <a:buChar char="•"/>
              <a:defRPr sz="3000" b="1">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0"/>
              </a:spcBef>
              <a:buFontTx/>
              <a:buNone/>
            </a:pPr>
            <a:r>
              <a:rPr lang="en-US" altLang="en-US" sz="1800" b="0"/>
              <a:t>A=1643, b=-0.0977</a:t>
            </a:r>
          </a:p>
        </p:txBody>
      </p:sp>
      <p:graphicFrame>
        <p:nvGraphicFramePr>
          <p:cNvPr id="43014" name="Object 1"/>
          <p:cNvGraphicFramePr>
            <a:graphicFrameLocks noChangeAspect="1"/>
          </p:cNvGraphicFramePr>
          <p:nvPr/>
        </p:nvGraphicFramePr>
        <p:xfrm>
          <a:off x="6300788" y="5435600"/>
          <a:ext cx="2032000" cy="1041400"/>
        </p:xfrm>
        <a:graphic>
          <a:graphicData uri="http://schemas.openxmlformats.org/presentationml/2006/ole">
            <mc:AlternateContent xmlns:mc="http://schemas.openxmlformats.org/markup-compatibility/2006">
              <mc:Choice xmlns:v="urn:schemas-microsoft-com:vml" Requires="v">
                <p:oleObj name="Equation" r:id="rId3" imgW="2032000" imgH="1041400" progId="Equation.3">
                  <p:embed/>
                </p:oleObj>
              </mc:Choice>
              <mc:Fallback>
                <p:oleObj name="Equation" r:id="rId3" imgW="2032000" imgH="1041400" progId="Equation.3">
                  <p:embed/>
                  <p:pic>
                    <p:nvPicPr>
                      <p:cNvPr id="43014" name="Object 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300788" y="5435600"/>
                        <a:ext cx="2032000" cy="1041400"/>
                      </a:xfrm>
                      <a:prstGeom prst="rect">
                        <a:avLst/>
                      </a:prstGeom>
                      <a:noFill/>
                      <a:ln w="28575">
                        <a:solidFill>
                          <a:srgbClr val="FF0000"/>
                        </a:solidFill>
                        <a:miter lim="800000"/>
                        <a:headEnd/>
                        <a:tailEnd/>
                      </a:ln>
                      <a:extLst>
                        <a:ext uri="{909E8E84-426E-40DD-AFC4-6F175D3DCCD1}">
                          <a14:hiddenFill xmlns:a14="http://schemas.microsoft.com/office/drawing/2010/main">
                            <a:solidFill>
                              <a:srgbClr val="FFFFFF"/>
                            </a:solidFill>
                          </a14:hiddenFill>
                        </a:ext>
                      </a:extLst>
                    </p:spPr>
                  </p:pic>
                </p:oleObj>
              </mc:Fallback>
            </mc:AlternateContent>
          </a:graphicData>
        </a:graphic>
      </p:graphicFrame>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Date Placeholder 3"/>
          <p:cNvSpPr>
            <a:spLocks noGrp="1"/>
          </p:cNvSpPr>
          <p:nvPr>
            <p:ph type="dt"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600" b="1">
                <a:solidFill>
                  <a:schemeClr val="tx1"/>
                </a:solidFill>
                <a:latin typeface="Arial" panose="020B0604020202020204" pitchFamily="34" charset="0"/>
              </a:defRPr>
            </a:lvl1pPr>
            <a:lvl2pPr marL="742950" indent="-285750">
              <a:spcBef>
                <a:spcPct val="20000"/>
              </a:spcBef>
              <a:buChar char="–"/>
              <a:defRPr sz="3200" b="1">
                <a:solidFill>
                  <a:schemeClr val="tx1"/>
                </a:solidFill>
                <a:latin typeface="Arial" panose="020B0604020202020204" pitchFamily="34" charset="0"/>
              </a:defRPr>
            </a:lvl2pPr>
            <a:lvl3pPr marL="1143000" indent="-228600">
              <a:spcBef>
                <a:spcPct val="20000"/>
              </a:spcBef>
              <a:buChar char="•"/>
              <a:defRPr sz="3000" b="1">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0"/>
              </a:spcBef>
              <a:buFontTx/>
              <a:buNone/>
            </a:pPr>
            <a:fld id="{68CA125C-355A-4BD0-BEB4-E4BE7825AE4D}" type="slidenum">
              <a:rPr lang="en-US" altLang="en-US" sz="1600" smtClean="0"/>
              <a:pPr>
                <a:spcBef>
                  <a:spcPct val="0"/>
                </a:spcBef>
                <a:buFontTx/>
                <a:buNone/>
              </a:pPr>
              <a:t>22</a:t>
            </a:fld>
            <a:endParaRPr lang="en-US" altLang="en-US" sz="1600"/>
          </a:p>
        </p:txBody>
      </p:sp>
      <p:sp>
        <p:nvSpPr>
          <p:cNvPr id="45059" name="Rectangle 2"/>
          <p:cNvSpPr>
            <a:spLocks noGrp="1" noChangeArrowheads="1"/>
          </p:cNvSpPr>
          <p:nvPr>
            <p:ph type="title"/>
          </p:nvPr>
        </p:nvSpPr>
        <p:spPr/>
        <p:txBody>
          <a:bodyPr/>
          <a:lstStyle/>
          <a:p>
            <a:r>
              <a:rPr lang="en-US" altLang="en-US"/>
              <a:t>Effect of Mean Stress</a:t>
            </a:r>
          </a:p>
        </p:txBody>
      </p:sp>
      <p:pic>
        <p:nvPicPr>
          <p:cNvPr id="45060" name="Picture 4" descr="fg09_37"/>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692275" y="1844675"/>
            <a:ext cx="4622800" cy="456406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Date Placeholder 3"/>
          <p:cNvSpPr>
            <a:spLocks noGrp="1"/>
          </p:cNvSpPr>
          <p:nvPr>
            <p:ph type="dt"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600" b="1">
                <a:solidFill>
                  <a:schemeClr val="tx1"/>
                </a:solidFill>
                <a:latin typeface="Arial" panose="020B0604020202020204" pitchFamily="34" charset="0"/>
              </a:defRPr>
            </a:lvl1pPr>
            <a:lvl2pPr marL="742950" indent="-285750">
              <a:spcBef>
                <a:spcPct val="20000"/>
              </a:spcBef>
              <a:buChar char="–"/>
              <a:defRPr sz="3200" b="1">
                <a:solidFill>
                  <a:schemeClr val="tx1"/>
                </a:solidFill>
                <a:latin typeface="Arial" panose="020B0604020202020204" pitchFamily="34" charset="0"/>
              </a:defRPr>
            </a:lvl2pPr>
            <a:lvl3pPr marL="1143000" indent="-228600">
              <a:spcBef>
                <a:spcPct val="20000"/>
              </a:spcBef>
              <a:buChar char="•"/>
              <a:defRPr sz="3000" b="1">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0"/>
              </a:spcBef>
              <a:buFontTx/>
              <a:buNone/>
            </a:pPr>
            <a:fld id="{E6A99211-BE6F-4599-BE2F-E793CBF5FD0A}" type="slidenum">
              <a:rPr lang="en-US" altLang="en-US" sz="1600" smtClean="0"/>
              <a:pPr>
                <a:spcBef>
                  <a:spcPct val="0"/>
                </a:spcBef>
                <a:buFontTx/>
                <a:buNone/>
              </a:pPr>
              <a:t>23</a:t>
            </a:fld>
            <a:endParaRPr lang="en-US" altLang="en-US" sz="1600"/>
          </a:p>
        </p:txBody>
      </p:sp>
      <p:sp>
        <p:nvSpPr>
          <p:cNvPr id="47107" name="Rectangle 1026"/>
          <p:cNvSpPr>
            <a:spLocks noGrp="1" noChangeArrowheads="1"/>
          </p:cNvSpPr>
          <p:nvPr>
            <p:ph type="title"/>
          </p:nvPr>
        </p:nvSpPr>
        <p:spPr/>
        <p:txBody>
          <a:bodyPr/>
          <a:lstStyle/>
          <a:p>
            <a:r>
              <a:rPr lang="en-US" altLang="en-US"/>
              <a:t>Effect of Mean Stress</a:t>
            </a:r>
          </a:p>
        </p:txBody>
      </p:sp>
      <p:pic>
        <p:nvPicPr>
          <p:cNvPr id="47108" name="Picture 1028" descr="fg09_39"/>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50888" y="1898650"/>
            <a:ext cx="4829175" cy="452755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47109" name="TextBox 1"/>
          <p:cNvSpPr txBox="1">
            <a:spLocks noChangeArrowheads="1"/>
          </p:cNvSpPr>
          <p:nvPr/>
        </p:nvSpPr>
        <p:spPr bwMode="auto">
          <a:xfrm>
            <a:off x="2566988" y="5516563"/>
            <a:ext cx="1196975"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600" b="1">
                <a:solidFill>
                  <a:schemeClr val="tx1"/>
                </a:solidFill>
                <a:latin typeface="Arial" panose="020B0604020202020204" pitchFamily="34" charset="0"/>
              </a:defRPr>
            </a:lvl1pPr>
            <a:lvl2pPr marL="742950" indent="-285750">
              <a:spcBef>
                <a:spcPct val="20000"/>
              </a:spcBef>
              <a:buChar char="–"/>
              <a:defRPr sz="3200" b="1">
                <a:solidFill>
                  <a:schemeClr val="tx1"/>
                </a:solidFill>
                <a:latin typeface="Arial" panose="020B0604020202020204" pitchFamily="34" charset="0"/>
              </a:defRPr>
            </a:lvl2pPr>
            <a:lvl3pPr marL="1143000" indent="-228600">
              <a:spcBef>
                <a:spcPct val="20000"/>
              </a:spcBef>
              <a:buChar char="•"/>
              <a:defRPr sz="3000" b="1">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0"/>
              </a:spcBef>
              <a:buFontTx/>
              <a:buNone/>
            </a:pPr>
            <a:r>
              <a:rPr lang="en-US" altLang="en-US" sz="1800" b="0">
                <a:solidFill>
                  <a:srgbClr val="FF0000"/>
                </a:solidFill>
              </a:rPr>
              <a:t>Goodman</a:t>
            </a:r>
          </a:p>
        </p:txBody>
      </p:sp>
      <p:sp>
        <p:nvSpPr>
          <p:cNvPr id="47110" name="TextBox 6"/>
          <p:cNvSpPr txBox="1">
            <a:spLocks noChangeArrowheads="1"/>
          </p:cNvSpPr>
          <p:nvPr/>
        </p:nvSpPr>
        <p:spPr bwMode="auto">
          <a:xfrm>
            <a:off x="3059113" y="2924175"/>
            <a:ext cx="903287"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600" b="1">
                <a:solidFill>
                  <a:schemeClr val="tx1"/>
                </a:solidFill>
                <a:latin typeface="Arial" panose="020B0604020202020204" pitchFamily="34" charset="0"/>
              </a:defRPr>
            </a:lvl1pPr>
            <a:lvl2pPr marL="742950" indent="-285750">
              <a:spcBef>
                <a:spcPct val="20000"/>
              </a:spcBef>
              <a:buChar char="–"/>
              <a:defRPr sz="3200" b="1">
                <a:solidFill>
                  <a:schemeClr val="tx1"/>
                </a:solidFill>
                <a:latin typeface="Arial" panose="020B0604020202020204" pitchFamily="34" charset="0"/>
              </a:defRPr>
            </a:lvl2pPr>
            <a:lvl3pPr marL="1143000" indent="-228600">
              <a:spcBef>
                <a:spcPct val="20000"/>
              </a:spcBef>
              <a:buChar char="•"/>
              <a:defRPr sz="3000" b="1">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0"/>
              </a:spcBef>
              <a:buFontTx/>
              <a:buNone/>
            </a:pPr>
            <a:r>
              <a:rPr lang="en-US" altLang="en-US" sz="1800" b="0">
                <a:solidFill>
                  <a:srgbClr val="FF0000"/>
                </a:solidFill>
              </a:rPr>
              <a:t>Gerber</a:t>
            </a:r>
          </a:p>
        </p:txBody>
      </p:sp>
      <p:sp>
        <p:nvSpPr>
          <p:cNvPr id="47111" name="TextBox 7"/>
          <p:cNvSpPr txBox="1">
            <a:spLocks noChangeArrowheads="1"/>
          </p:cNvSpPr>
          <p:nvPr/>
        </p:nvSpPr>
        <p:spPr bwMode="auto">
          <a:xfrm>
            <a:off x="4284663" y="4581525"/>
            <a:ext cx="954087"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600" b="1">
                <a:solidFill>
                  <a:schemeClr val="tx1"/>
                </a:solidFill>
                <a:latin typeface="Arial" panose="020B0604020202020204" pitchFamily="34" charset="0"/>
              </a:defRPr>
            </a:lvl1pPr>
            <a:lvl2pPr marL="742950" indent="-285750">
              <a:spcBef>
                <a:spcPct val="20000"/>
              </a:spcBef>
              <a:buChar char="–"/>
              <a:defRPr sz="3200" b="1">
                <a:solidFill>
                  <a:schemeClr val="tx1"/>
                </a:solidFill>
                <a:latin typeface="Arial" panose="020B0604020202020204" pitchFamily="34" charset="0"/>
              </a:defRPr>
            </a:lvl2pPr>
            <a:lvl3pPr marL="1143000" indent="-228600">
              <a:spcBef>
                <a:spcPct val="20000"/>
              </a:spcBef>
              <a:buChar char="•"/>
              <a:defRPr sz="3000" b="1">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0"/>
              </a:spcBef>
              <a:buFontTx/>
              <a:buNone/>
            </a:pPr>
            <a:r>
              <a:rPr lang="en-US" altLang="en-US" sz="1800" b="0">
                <a:solidFill>
                  <a:srgbClr val="FF0000"/>
                </a:solidFill>
              </a:rPr>
              <a:t>Morrow</a:t>
            </a:r>
          </a:p>
        </p:txBody>
      </p:sp>
      <p:graphicFrame>
        <p:nvGraphicFramePr>
          <p:cNvPr id="47112" name="Object 1"/>
          <p:cNvGraphicFramePr>
            <a:graphicFrameLocks noChangeAspect="1"/>
          </p:cNvGraphicFramePr>
          <p:nvPr/>
        </p:nvGraphicFramePr>
        <p:xfrm>
          <a:off x="6673850" y="1651000"/>
          <a:ext cx="2032000" cy="1041400"/>
        </p:xfrm>
        <a:graphic>
          <a:graphicData uri="http://schemas.openxmlformats.org/presentationml/2006/ole">
            <mc:AlternateContent xmlns:mc="http://schemas.openxmlformats.org/markup-compatibility/2006">
              <mc:Choice xmlns:v="urn:schemas-microsoft-com:vml" Requires="v">
                <p:oleObj name="Equation" r:id="rId4" imgW="2032000" imgH="1041400" progId="Equation.3">
                  <p:embed/>
                </p:oleObj>
              </mc:Choice>
              <mc:Fallback>
                <p:oleObj name="Equation" r:id="rId4" imgW="2032000" imgH="1041400" progId="Equation.3">
                  <p:embed/>
                  <p:pic>
                    <p:nvPicPr>
                      <p:cNvPr id="47112" name="Object 1"/>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673850" y="1651000"/>
                        <a:ext cx="2032000" cy="1041400"/>
                      </a:xfrm>
                      <a:prstGeom prst="rect">
                        <a:avLst/>
                      </a:prstGeom>
                      <a:noFill/>
                      <a:ln w="28575">
                        <a:solidFill>
                          <a:srgbClr val="FF0000"/>
                        </a:solidFill>
                        <a:miter lim="800000"/>
                        <a:headEnd/>
                        <a:tailEnd/>
                      </a:ln>
                      <a:extLst>
                        <a:ext uri="{909E8E84-426E-40DD-AFC4-6F175D3DCCD1}">
                          <a14:hiddenFill xmlns:a14="http://schemas.microsoft.com/office/drawing/2010/main">
                            <a:solidFill>
                              <a:srgbClr val="FFFFFF"/>
                            </a:solidFill>
                          </a14:hiddenFill>
                        </a:ext>
                      </a:extLst>
                    </p:spPr>
                  </p:pic>
                </p:oleObj>
              </mc:Fallback>
            </mc:AlternateContent>
          </a:graphicData>
        </a:graphic>
      </p:graphicFrame>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Date Placeholder 3"/>
          <p:cNvSpPr>
            <a:spLocks noGrp="1"/>
          </p:cNvSpPr>
          <p:nvPr>
            <p:ph type="dt"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600" b="1">
                <a:solidFill>
                  <a:schemeClr val="tx1"/>
                </a:solidFill>
                <a:latin typeface="Arial" panose="020B0604020202020204" pitchFamily="34" charset="0"/>
              </a:defRPr>
            </a:lvl1pPr>
            <a:lvl2pPr marL="742950" indent="-285750">
              <a:spcBef>
                <a:spcPct val="20000"/>
              </a:spcBef>
              <a:buChar char="–"/>
              <a:defRPr sz="3200" b="1">
                <a:solidFill>
                  <a:schemeClr val="tx1"/>
                </a:solidFill>
                <a:latin typeface="Arial" panose="020B0604020202020204" pitchFamily="34" charset="0"/>
              </a:defRPr>
            </a:lvl2pPr>
            <a:lvl3pPr marL="1143000" indent="-228600">
              <a:spcBef>
                <a:spcPct val="20000"/>
              </a:spcBef>
              <a:buChar char="•"/>
              <a:defRPr sz="3000" b="1">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0"/>
              </a:spcBef>
              <a:buFontTx/>
              <a:buNone/>
            </a:pPr>
            <a:fld id="{42F1099A-FB64-4931-A1D5-3BF356909F02}" type="slidenum">
              <a:rPr lang="en-US" altLang="en-US" sz="1600" smtClean="0"/>
              <a:pPr>
                <a:spcBef>
                  <a:spcPct val="0"/>
                </a:spcBef>
                <a:buFontTx/>
                <a:buNone/>
              </a:pPr>
              <a:t>24</a:t>
            </a:fld>
            <a:endParaRPr lang="en-US" altLang="en-US" sz="1600"/>
          </a:p>
        </p:txBody>
      </p:sp>
      <p:sp>
        <p:nvSpPr>
          <p:cNvPr id="49155" name="Rectangle 3074"/>
          <p:cNvSpPr>
            <a:spLocks noGrp="1" noChangeArrowheads="1"/>
          </p:cNvSpPr>
          <p:nvPr>
            <p:ph type="title"/>
          </p:nvPr>
        </p:nvSpPr>
        <p:spPr/>
        <p:txBody>
          <a:bodyPr/>
          <a:lstStyle/>
          <a:p>
            <a:r>
              <a:rPr lang="en-US" altLang="en-US"/>
              <a:t>Example</a:t>
            </a:r>
          </a:p>
        </p:txBody>
      </p:sp>
      <p:sp>
        <p:nvSpPr>
          <p:cNvPr id="49156" name="Rectangle 3075"/>
          <p:cNvSpPr>
            <a:spLocks noGrp="1" noChangeArrowheads="1"/>
          </p:cNvSpPr>
          <p:nvPr>
            <p:ph type="body" idx="1"/>
          </p:nvPr>
        </p:nvSpPr>
        <p:spPr>
          <a:xfrm>
            <a:off x="179388" y="1773238"/>
            <a:ext cx="8507412" cy="4525962"/>
          </a:xfrm>
        </p:spPr>
        <p:txBody>
          <a:bodyPr/>
          <a:lstStyle/>
          <a:p>
            <a:r>
              <a:rPr lang="en-US" altLang="en-US" sz="2800"/>
              <a:t>AISI 4340 steel is subjected to cyclic load with a tensile mean stress of 200 MPA</a:t>
            </a:r>
          </a:p>
          <a:p>
            <a:pPr lvl="1"/>
            <a:r>
              <a:rPr lang="en-US" altLang="en-US" sz="2800"/>
              <a:t>What is the fatigue life for stress amplitude of 450 MPA</a:t>
            </a:r>
          </a:p>
          <a:p>
            <a:pPr lvl="1"/>
            <a:r>
              <a:rPr lang="en-US" altLang="en-US" sz="2800"/>
              <a:t>How significant is the effect of mean stress?</a:t>
            </a:r>
          </a:p>
          <a:p>
            <a:pPr lvl="1"/>
            <a:r>
              <a:rPr lang="en-US" altLang="en-US" sz="2800"/>
              <a:t>Estimate the relationship between stress amplitude and fatigue life for this mean stress</a:t>
            </a:r>
          </a:p>
        </p:txBody>
      </p:sp>
      <p:sp>
        <p:nvSpPr>
          <p:cNvPr id="49157" name="TextBox 1"/>
          <p:cNvSpPr txBox="1">
            <a:spLocks noChangeArrowheads="1"/>
          </p:cNvSpPr>
          <p:nvPr/>
        </p:nvSpPr>
        <p:spPr bwMode="auto">
          <a:xfrm>
            <a:off x="2339975" y="5468938"/>
            <a:ext cx="2820988" cy="1200150"/>
          </a:xfrm>
          <a:prstGeom prst="rect">
            <a:avLst/>
          </a:prstGeom>
          <a:noFill/>
          <a:ln w="9525">
            <a:solidFill>
              <a:srgbClr val="FF0000"/>
            </a:solidFill>
            <a:miter lim="800000"/>
            <a:headEnd/>
            <a:tailEnd/>
          </a:ln>
          <a:extLst>
            <a:ext uri="{909E8E84-426E-40DD-AFC4-6F175D3DCCD1}">
              <a14:hiddenFill xmlns:a14="http://schemas.microsoft.com/office/drawing/2010/main">
                <a:solidFill>
                  <a:srgbClr val="FFFFFF"/>
                </a:solidFill>
              </a14:hiddenFill>
            </a:ext>
          </a:extLst>
        </p:spPr>
        <p:txBody>
          <a:bodyPr wrap="none">
            <a:spAutoFit/>
          </a:bodyPr>
          <a:lstStyle>
            <a:lvl1pPr>
              <a:spcBef>
                <a:spcPct val="20000"/>
              </a:spcBef>
              <a:buChar char="•"/>
              <a:defRPr sz="3600" b="1">
                <a:solidFill>
                  <a:schemeClr val="tx1"/>
                </a:solidFill>
                <a:latin typeface="Arial" panose="020B0604020202020204" pitchFamily="34" charset="0"/>
              </a:defRPr>
            </a:lvl1pPr>
            <a:lvl2pPr marL="742950" indent="-285750">
              <a:spcBef>
                <a:spcPct val="20000"/>
              </a:spcBef>
              <a:buChar char="–"/>
              <a:defRPr sz="3200" b="1">
                <a:solidFill>
                  <a:schemeClr val="tx1"/>
                </a:solidFill>
                <a:latin typeface="Arial" panose="020B0604020202020204" pitchFamily="34" charset="0"/>
              </a:defRPr>
            </a:lvl2pPr>
            <a:lvl3pPr marL="1143000" indent="-228600">
              <a:spcBef>
                <a:spcPct val="20000"/>
              </a:spcBef>
              <a:buChar char="•"/>
              <a:defRPr sz="3000" b="1">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0"/>
              </a:spcBef>
              <a:buFontTx/>
              <a:buNone/>
            </a:pPr>
            <a:r>
              <a:rPr lang="en-US" altLang="en-US" sz="2400" b="0"/>
              <a:t>A=1643, b=-0.0977</a:t>
            </a:r>
          </a:p>
          <a:p>
            <a:pPr>
              <a:spcBef>
                <a:spcPct val="0"/>
              </a:spcBef>
              <a:buFontTx/>
              <a:buNone/>
            </a:pPr>
            <a:endParaRPr lang="en-US" altLang="en-US" sz="2400" b="0"/>
          </a:p>
          <a:p>
            <a:pPr>
              <a:spcBef>
                <a:spcPct val="0"/>
              </a:spcBef>
              <a:buFontTx/>
              <a:buNone/>
            </a:pPr>
            <a:r>
              <a:rPr lang="en-US" altLang="en-US" sz="2400" b="0">
                <a:latin typeface="Symbol" panose="05050102010706020507" pitchFamily="18" charset="2"/>
              </a:rPr>
              <a:t>s</a:t>
            </a:r>
            <a:r>
              <a:rPr lang="en-US" altLang="en-US" sz="2400" b="0" baseline="-25000"/>
              <a:t>f</a:t>
            </a:r>
            <a:r>
              <a:rPr lang="en-US" altLang="en-US" sz="2400" b="0"/>
              <a:t>’=1758</a:t>
            </a:r>
          </a:p>
        </p:txBody>
      </p:sp>
      <p:graphicFrame>
        <p:nvGraphicFramePr>
          <p:cNvPr id="49158" name="Object 1"/>
          <p:cNvGraphicFramePr>
            <a:graphicFrameLocks noChangeAspect="1"/>
          </p:cNvGraphicFramePr>
          <p:nvPr/>
        </p:nvGraphicFramePr>
        <p:xfrm>
          <a:off x="5551488" y="5119688"/>
          <a:ext cx="2984500" cy="469900"/>
        </p:xfrm>
        <a:graphic>
          <a:graphicData uri="http://schemas.openxmlformats.org/presentationml/2006/ole">
            <mc:AlternateContent xmlns:mc="http://schemas.openxmlformats.org/markup-compatibility/2006">
              <mc:Choice xmlns:v="urn:schemas-microsoft-com:vml" Requires="v">
                <p:oleObj name="Equation" r:id="rId3" imgW="2984500" imgH="469900" progId="Equation.3">
                  <p:embed/>
                </p:oleObj>
              </mc:Choice>
              <mc:Fallback>
                <p:oleObj name="Equation" r:id="rId3" imgW="2984500" imgH="469900" progId="Equation.3">
                  <p:embed/>
                  <p:pic>
                    <p:nvPicPr>
                      <p:cNvPr id="49158" name="Object 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551488" y="5119688"/>
                        <a:ext cx="2984500" cy="469900"/>
                      </a:xfrm>
                      <a:prstGeom prst="rect">
                        <a:avLst/>
                      </a:prstGeom>
                      <a:noFill/>
                      <a:ln w="28575">
                        <a:solidFill>
                          <a:srgbClr val="FF0000"/>
                        </a:solidFill>
                        <a:miter lim="800000"/>
                        <a:headEnd/>
                        <a:tailEnd/>
                      </a:ln>
                      <a:extLst>
                        <a:ext uri="{909E8E84-426E-40DD-AFC4-6F175D3DCCD1}">
                          <a14:hiddenFill xmlns:a14="http://schemas.microsoft.com/office/drawing/2010/main">
                            <a:solidFill>
                              <a:srgbClr val="FFFFFF"/>
                            </a:solidFill>
                          </a14:hiddenFill>
                        </a:ext>
                      </a:extLst>
                    </p:spPr>
                  </p:pic>
                </p:oleObj>
              </mc:Fallback>
            </mc:AlternateContent>
          </a:graphicData>
        </a:graphic>
      </p:graphicFrame>
      <p:grpSp>
        <p:nvGrpSpPr>
          <p:cNvPr id="49159" name="Group 3"/>
          <p:cNvGrpSpPr>
            <a:grpSpLocks/>
          </p:cNvGrpSpPr>
          <p:nvPr/>
        </p:nvGrpSpPr>
        <p:grpSpPr bwMode="auto">
          <a:xfrm>
            <a:off x="6262688" y="5794375"/>
            <a:ext cx="1562100" cy="803275"/>
            <a:chOff x="6262688" y="5689600"/>
            <a:chExt cx="1562100" cy="803662"/>
          </a:xfrm>
        </p:grpSpPr>
        <p:graphicFrame>
          <p:nvGraphicFramePr>
            <p:cNvPr id="49160" name="Object 1"/>
            <p:cNvGraphicFramePr>
              <a:graphicFrameLocks noChangeAspect="1"/>
            </p:cNvGraphicFramePr>
            <p:nvPr/>
          </p:nvGraphicFramePr>
          <p:xfrm>
            <a:off x="6262688" y="5689600"/>
            <a:ext cx="1562100" cy="787400"/>
          </p:xfrm>
          <a:graphic>
            <a:graphicData uri="http://schemas.openxmlformats.org/presentationml/2006/ole">
              <mc:AlternateContent xmlns:mc="http://schemas.openxmlformats.org/markup-compatibility/2006">
                <mc:Choice xmlns:v="urn:schemas-microsoft-com:vml" Requires="v">
                  <p:oleObj name="Equation" r:id="rId5" imgW="1562100" imgH="787400" progId="Equation.3">
                    <p:embed/>
                  </p:oleObj>
                </mc:Choice>
                <mc:Fallback>
                  <p:oleObj name="Equation" r:id="rId5" imgW="1562100" imgH="787400" progId="Equation.3">
                    <p:embed/>
                    <p:pic>
                      <p:nvPicPr>
                        <p:cNvPr id="49160" name="Object 1"/>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262688" y="5689600"/>
                          <a:ext cx="1562100" cy="787400"/>
                        </a:xfrm>
                        <a:prstGeom prst="rect">
                          <a:avLst/>
                        </a:prstGeom>
                        <a:noFill/>
                        <a:ln w="28575">
                          <a:solidFill>
                            <a:srgbClr val="FF0000"/>
                          </a:solidFill>
                          <a:miter lim="800000"/>
                          <a:headEnd/>
                          <a:tailEnd/>
                        </a:ln>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49161" name="TextBox 2"/>
            <p:cNvSpPr txBox="1">
              <a:spLocks noChangeArrowheads="1"/>
            </p:cNvSpPr>
            <p:nvPr/>
          </p:nvSpPr>
          <p:spPr bwMode="auto">
            <a:xfrm>
              <a:off x="7236296" y="6216263"/>
              <a:ext cx="256802" cy="276999"/>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600" b="1">
                  <a:solidFill>
                    <a:schemeClr val="tx1"/>
                  </a:solidFill>
                  <a:latin typeface="Arial" panose="020B0604020202020204" pitchFamily="34" charset="0"/>
                </a:defRPr>
              </a:lvl1pPr>
              <a:lvl2pPr marL="742950" indent="-285750">
                <a:spcBef>
                  <a:spcPct val="20000"/>
                </a:spcBef>
                <a:buChar char="–"/>
                <a:defRPr sz="3200" b="1">
                  <a:solidFill>
                    <a:schemeClr val="tx1"/>
                  </a:solidFill>
                  <a:latin typeface="Arial" panose="020B0604020202020204" pitchFamily="34" charset="0"/>
                </a:defRPr>
              </a:lvl2pPr>
              <a:lvl3pPr marL="1143000" indent="-228600">
                <a:spcBef>
                  <a:spcPct val="20000"/>
                </a:spcBef>
                <a:buChar char="•"/>
                <a:defRPr sz="3000" b="1">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0"/>
                </a:spcBef>
                <a:buFontTx/>
                <a:buNone/>
              </a:pPr>
              <a:r>
                <a:rPr lang="en-US" altLang="en-US" sz="1200" b="0" i="1"/>
                <a:t>f'</a:t>
              </a:r>
            </a:p>
          </p:txBody>
        </p:sp>
      </p:gr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Date Placeholder 3"/>
          <p:cNvSpPr>
            <a:spLocks noGrp="1"/>
          </p:cNvSpPr>
          <p:nvPr>
            <p:ph type="dt"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600" b="1">
                <a:solidFill>
                  <a:schemeClr val="tx1"/>
                </a:solidFill>
                <a:latin typeface="Arial" panose="020B0604020202020204" pitchFamily="34" charset="0"/>
              </a:defRPr>
            </a:lvl1pPr>
            <a:lvl2pPr marL="742950" indent="-285750">
              <a:spcBef>
                <a:spcPct val="20000"/>
              </a:spcBef>
              <a:buChar char="–"/>
              <a:defRPr sz="3200" b="1">
                <a:solidFill>
                  <a:schemeClr val="tx1"/>
                </a:solidFill>
                <a:latin typeface="Arial" panose="020B0604020202020204" pitchFamily="34" charset="0"/>
              </a:defRPr>
            </a:lvl2pPr>
            <a:lvl3pPr marL="1143000" indent="-228600">
              <a:spcBef>
                <a:spcPct val="20000"/>
              </a:spcBef>
              <a:buChar char="•"/>
              <a:defRPr sz="3000" b="1">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0"/>
              </a:spcBef>
              <a:buFontTx/>
              <a:buNone/>
            </a:pPr>
            <a:fld id="{7A104463-CFB0-4917-9B1C-9B8B75F9ECCA}" type="slidenum">
              <a:rPr lang="en-US" altLang="en-US" sz="1600" smtClean="0"/>
              <a:pPr>
                <a:spcBef>
                  <a:spcPct val="0"/>
                </a:spcBef>
                <a:buFontTx/>
                <a:buNone/>
              </a:pPr>
              <a:t>25</a:t>
            </a:fld>
            <a:endParaRPr lang="en-US" altLang="en-US" sz="1600"/>
          </a:p>
        </p:txBody>
      </p:sp>
      <p:sp>
        <p:nvSpPr>
          <p:cNvPr id="51203" name="Footer Placeholder 4"/>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600" b="1">
                <a:solidFill>
                  <a:schemeClr val="tx1"/>
                </a:solidFill>
                <a:latin typeface="Arial" panose="020B0604020202020204" pitchFamily="34" charset="0"/>
              </a:defRPr>
            </a:lvl1pPr>
            <a:lvl2pPr marL="742950" indent="-285750">
              <a:spcBef>
                <a:spcPct val="20000"/>
              </a:spcBef>
              <a:buChar char="–"/>
              <a:defRPr sz="3200" b="1">
                <a:solidFill>
                  <a:schemeClr val="tx1"/>
                </a:solidFill>
                <a:latin typeface="Arial" panose="020B0604020202020204" pitchFamily="34" charset="0"/>
              </a:defRPr>
            </a:lvl2pPr>
            <a:lvl3pPr marL="1143000" indent="-228600">
              <a:spcBef>
                <a:spcPct val="20000"/>
              </a:spcBef>
              <a:buChar char="•"/>
              <a:defRPr sz="3000" b="1">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0"/>
              </a:spcBef>
              <a:buFontTx/>
              <a:buNone/>
            </a:pPr>
            <a:r>
              <a:rPr lang="en-US" altLang="en-US" sz="1400" b="0"/>
              <a:t>Jiangyu Li, University of Washington</a:t>
            </a:r>
          </a:p>
        </p:txBody>
      </p:sp>
      <p:sp>
        <p:nvSpPr>
          <p:cNvPr id="51204" name="Rectangle 2"/>
          <p:cNvSpPr>
            <a:spLocks noGrp="1" noChangeArrowheads="1"/>
          </p:cNvSpPr>
          <p:nvPr>
            <p:ph type="title"/>
          </p:nvPr>
        </p:nvSpPr>
        <p:spPr/>
        <p:txBody>
          <a:bodyPr/>
          <a:lstStyle/>
          <a:p>
            <a:r>
              <a:rPr lang="en-US" altLang="en-US"/>
              <a:t>Safety Factor with Mean Stress </a:t>
            </a:r>
          </a:p>
        </p:txBody>
      </p:sp>
      <p:pic>
        <p:nvPicPr>
          <p:cNvPr id="51205" name="Picture 4" descr="fg09_06"/>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43000" y="2025650"/>
            <a:ext cx="6380163" cy="483235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3250" name="Picture 1028" descr="fg09_06"/>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476375" y="3482975"/>
            <a:ext cx="4398963" cy="333057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53251" name="Date Placeholder 3"/>
          <p:cNvSpPr>
            <a:spLocks noGrp="1"/>
          </p:cNvSpPr>
          <p:nvPr>
            <p:ph type="dt"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600" b="1">
                <a:solidFill>
                  <a:schemeClr val="tx1"/>
                </a:solidFill>
                <a:latin typeface="Arial" panose="020B0604020202020204" pitchFamily="34" charset="0"/>
              </a:defRPr>
            </a:lvl1pPr>
            <a:lvl2pPr marL="742950" indent="-285750">
              <a:spcBef>
                <a:spcPct val="20000"/>
              </a:spcBef>
              <a:buChar char="–"/>
              <a:defRPr sz="3200" b="1">
                <a:solidFill>
                  <a:schemeClr val="tx1"/>
                </a:solidFill>
                <a:latin typeface="Arial" panose="020B0604020202020204" pitchFamily="34" charset="0"/>
              </a:defRPr>
            </a:lvl2pPr>
            <a:lvl3pPr marL="1143000" indent="-228600">
              <a:spcBef>
                <a:spcPct val="20000"/>
              </a:spcBef>
              <a:buChar char="•"/>
              <a:defRPr sz="3000" b="1">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0"/>
              </a:spcBef>
              <a:buFontTx/>
              <a:buNone/>
            </a:pPr>
            <a:fld id="{04E580E8-6A7F-411B-964A-277EB8B5923F}" type="slidenum">
              <a:rPr lang="en-US" altLang="en-US" sz="1600" smtClean="0"/>
              <a:pPr>
                <a:spcBef>
                  <a:spcPct val="0"/>
                </a:spcBef>
                <a:buFontTx/>
                <a:buNone/>
              </a:pPr>
              <a:t>26</a:t>
            </a:fld>
            <a:endParaRPr lang="en-US" altLang="en-US" sz="1600"/>
          </a:p>
        </p:txBody>
      </p:sp>
      <p:sp>
        <p:nvSpPr>
          <p:cNvPr id="53252" name="Footer Placeholder 4"/>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600" b="1">
                <a:solidFill>
                  <a:schemeClr val="tx1"/>
                </a:solidFill>
                <a:latin typeface="Arial" panose="020B0604020202020204" pitchFamily="34" charset="0"/>
              </a:defRPr>
            </a:lvl1pPr>
            <a:lvl2pPr marL="742950" indent="-285750">
              <a:spcBef>
                <a:spcPct val="20000"/>
              </a:spcBef>
              <a:buChar char="–"/>
              <a:defRPr sz="3200" b="1">
                <a:solidFill>
                  <a:schemeClr val="tx1"/>
                </a:solidFill>
                <a:latin typeface="Arial" panose="020B0604020202020204" pitchFamily="34" charset="0"/>
              </a:defRPr>
            </a:lvl2pPr>
            <a:lvl3pPr marL="1143000" indent="-228600">
              <a:spcBef>
                <a:spcPct val="20000"/>
              </a:spcBef>
              <a:buChar char="•"/>
              <a:defRPr sz="3000" b="1">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0"/>
              </a:spcBef>
              <a:buFontTx/>
              <a:buNone/>
            </a:pPr>
            <a:r>
              <a:rPr lang="en-US" altLang="en-US" sz="1400" b="0"/>
              <a:t>Jiangyu Li, University of Washington</a:t>
            </a:r>
          </a:p>
        </p:txBody>
      </p:sp>
      <p:sp>
        <p:nvSpPr>
          <p:cNvPr id="53253" name="Rectangle 1026"/>
          <p:cNvSpPr>
            <a:spLocks noGrp="1" noChangeArrowheads="1"/>
          </p:cNvSpPr>
          <p:nvPr>
            <p:ph type="title"/>
          </p:nvPr>
        </p:nvSpPr>
        <p:spPr/>
        <p:txBody>
          <a:bodyPr/>
          <a:lstStyle/>
          <a:p>
            <a:r>
              <a:rPr lang="en-US" altLang="en-US"/>
              <a:t>Example</a:t>
            </a:r>
          </a:p>
        </p:txBody>
      </p:sp>
      <p:sp>
        <p:nvSpPr>
          <p:cNvPr id="53254" name="Rectangle 1027"/>
          <p:cNvSpPr>
            <a:spLocks noGrp="1" noChangeArrowheads="1"/>
          </p:cNvSpPr>
          <p:nvPr>
            <p:ph type="body" idx="1"/>
          </p:nvPr>
        </p:nvSpPr>
        <p:spPr/>
        <p:txBody>
          <a:bodyPr/>
          <a:lstStyle/>
          <a:p>
            <a:r>
              <a:rPr lang="en-US" altLang="en-US" sz="2400"/>
              <a:t>Man-Ten steel (</a:t>
            </a:r>
            <a:r>
              <a:rPr lang="en-US" altLang="en-US" sz="2400">
                <a:latin typeface="Symbol" panose="05050102010706020507" pitchFamily="18" charset="2"/>
              </a:rPr>
              <a:t>s</a:t>
            </a:r>
            <a:r>
              <a:rPr lang="en-US" altLang="en-US" sz="2400" baseline="-25000"/>
              <a:t>f</a:t>
            </a:r>
            <a:r>
              <a:rPr lang="en-US" altLang="en-US" sz="2400"/>
              <a:t>’=1089MPa, b=-0.115) subject to stress amplitude of 180 Mpa and mean stress of 100PMa for 20000 cycles</a:t>
            </a:r>
          </a:p>
          <a:p>
            <a:pPr lvl="1"/>
            <a:r>
              <a:rPr lang="en-US" altLang="en-US" sz="2400"/>
              <a:t>What is the safety factor in life and stress?</a:t>
            </a:r>
          </a:p>
          <a:p>
            <a:pPr lvl="1"/>
            <a:r>
              <a:rPr lang="en-US" altLang="en-US" sz="2400"/>
              <a:t>When to replace if safety factor of 2 in stress?</a:t>
            </a:r>
          </a:p>
        </p:txBody>
      </p:sp>
      <p:grpSp>
        <p:nvGrpSpPr>
          <p:cNvPr id="53255" name="Group 7"/>
          <p:cNvGrpSpPr>
            <a:grpSpLocks/>
          </p:cNvGrpSpPr>
          <p:nvPr/>
        </p:nvGrpSpPr>
        <p:grpSpPr bwMode="auto">
          <a:xfrm>
            <a:off x="6300788" y="4857750"/>
            <a:ext cx="1562100" cy="803275"/>
            <a:chOff x="6262688" y="5689600"/>
            <a:chExt cx="1562100" cy="803662"/>
          </a:xfrm>
        </p:grpSpPr>
        <p:graphicFrame>
          <p:nvGraphicFramePr>
            <p:cNvPr id="53256" name="Object 1"/>
            <p:cNvGraphicFramePr>
              <a:graphicFrameLocks noChangeAspect="1"/>
            </p:cNvGraphicFramePr>
            <p:nvPr/>
          </p:nvGraphicFramePr>
          <p:xfrm>
            <a:off x="6262688" y="5689600"/>
            <a:ext cx="1562100" cy="787400"/>
          </p:xfrm>
          <a:graphic>
            <a:graphicData uri="http://schemas.openxmlformats.org/presentationml/2006/ole">
              <mc:AlternateContent xmlns:mc="http://schemas.openxmlformats.org/markup-compatibility/2006">
                <mc:Choice xmlns:v="urn:schemas-microsoft-com:vml" Requires="v">
                  <p:oleObj name="Equation" r:id="rId4" imgW="1562100" imgH="787400" progId="Equation.3">
                    <p:embed/>
                  </p:oleObj>
                </mc:Choice>
                <mc:Fallback>
                  <p:oleObj name="Equation" r:id="rId4" imgW="1562100" imgH="787400" progId="Equation.3">
                    <p:embed/>
                    <p:pic>
                      <p:nvPicPr>
                        <p:cNvPr id="53256" name="Object 1"/>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262688" y="5689600"/>
                          <a:ext cx="1562100" cy="787400"/>
                        </a:xfrm>
                        <a:prstGeom prst="rect">
                          <a:avLst/>
                        </a:prstGeom>
                        <a:noFill/>
                        <a:ln w="28575">
                          <a:solidFill>
                            <a:srgbClr val="FF0000"/>
                          </a:solidFill>
                          <a:miter lim="800000"/>
                          <a:headEnd/>
                          <a:tailEnd/>
                        </a:ln>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53257" name="TextBox 9"/>
            <p:cNvSpPr txBox="1">
              <a:spLocks noChangeArrowheads="1"/>
            </p:cNvSpPr>
            <p:nvPr/>
          </p:nvSpPr>
          <p:spPr bwMode="auto">
            <a:xfrm>
              <a:off x="7236296" y="6216263"/>
              <a:ext cx="256802" cy="276999"/>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600" b="1">
                  <a:solidFill>
                    <a:schemeClr val="tx1"/>
                  </a:solidFill>
                  <a:latin typeface="Arial" panose="020B0604020202020204" pitchFamily="34" charset="0"/>
                </a:defRPr>
              </a:lvl1pPr>
              <a:lvl2pPr marL="742950" indent="-285750">
                <a:spcBef>
                  <a:spcPct val="20000"/>
                </a:spcBef>
                <a:buChar char="–"/>
                <a:defRPr sz="3200" b="1">
                  <a:solidFill>
                    <a:schemeClr val="tx1"/>
                  </a:solidFill>
                  <a:latin typeface="Arial" panose="020B0604020202020204" pitchFamily="34" charset="0"/>
                </a:defRPr>
              </a:lvl2pPr>
              <a:lvl3pPr marL="1143000" indent="-228600">
                <a:spcBef>
                  <a:spcPct val="20000"/>
                </a:spcBef>
                <a:buChar char="•"/>
                <a:defRPr sz="3000" b="1">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0"/>
                </a:spcBef>
                <a:buFontTx/>
                <a:buNone/>
              </a:pPr>
              <a:r>
                <a:rPr lang="en-US" altLang="en-US" sz="1200" b="0" i="1"/>
                <a:t>f'</a:t>
              </a:r>
            </a:p>
          </p:txBody>
        </p:sp>
      </p:gr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Date Placeholder 3"/>
          <p:cNvSpPr>
            <a:spLocks noGrp="1"/>
          </p:cNvSpPr>
          <p:nvPr>
            <p:ph type="dt"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600" b="1">
                <a:solidFill>
                  <a:schemeClr val="tx1"/>
                </a:solidFill>
                <a:latin typeface="Arial" panose="020B0604020202020204" pitchFamily="34" charset="0"/>
              </a:defRPr>
            </a:lvl1pPr>
            <a:lvl2pPr marL="742950" indent="-285750">
              <a:spcBef>
                <a:spcPct val="20000"/>
              </a:spcBef>
              <a:buChar char="–"/>
              <a:defRPr sz="3200" b="1">
                <a:solidFill>
                  <a:schemeClr val="tx1"/>
                </a:solidFill>
                <a:latin typeface="Arial" panose="020B0604020202020204" pitchFamily="34" charset="0"/>
              </a:defRPr>
            </a:lvl2pPr>
            <a:lvl3pPr marL="1143000" indent="-228600">
              <a:spcBef>
                <a:spcPct val="20000"/>
              </a:spcBef>
              <a:buChar char="•"/>
              <a:defRPr sz="3000" b="1">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0"/>
              </a:spcBef>
              <a:buFontTx/>
              <a:buNone/>
            </a:pPr>
            <a:fld id="{267A5CC8-7C0C-4EDA-8A79-F5EE51272049}" type="slidenum">
              <a:rPr lang="en-US" altLang="en-US" sz="1600" smtClean="0"/>
              <a:pPr>
                <a:spcBef>
                  <a:spcPct val="0"/>
                </a:spcBef>
                <a:buFontTx/>
                <a:buNone/>
              </a:pPr>
              <a:t>27</a:t>
            </a:fld>
            <a:endParaRPr lang="en-US" altLang="en-US" sz="1600"/>
          </a:p>
        </p:txBody>
      </p:sp>
      <p:sp>
        <p:nvSpPr>
          <p:cNvPr id="55299" name="Footer Placeholder 4"/>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600" b="1">
                <a:solidFill>
                  <a:schemeClr val="tx1"/>
                </a:solidFill>
                <a:latin typeface="Arial" panose="020B0604020202020204" pitchFamily="34" charset="0"/>
              </a:defRPr>
            </a:lvl1pPr>
            <a:lvl2pPr marL="742950" indent="-285750">
              <a:spcBef>
                <a:spcPct val="20000"/>
              </a:spcBef>
              <a:buChar char="–"/>
              <a:defRPr sz="3200" b="1">
                <a:solidFill>
                  <a:schemeClr val="tx1"/>
                </a:solidFill>
                <a:latin typeface="Arial" panose="020B0604020202020204" pitchFamily="34" charset="0"/>
              </a:defRPr>
            </a:lvl2pPr>
            <a:lvl3pPr marL="1143000" indent="-228600">
              <a:spcBef>
                <a:spcPct val="20000"/>
              </a:spcBef>
              <a:buChar char="•"/>
              <a:defRPr sz="3000" b="1">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0"/>
              </a:spcBef>
              <a:buFontTx/>
              <a:buNone/>
            </a:pPr>
            <a:r>
              <a:rPr lang="en-US" altLang="en-US" sz="1400" b="0"/>
              <a:t>Jiangyu Li, University of Washington</a:t>
            </a:r>
          </a:p>
        </p:txBody>
      </p:sp>
      <p:sp>
        <p:nvSpPr>
          <p:cNvPr id="55300" name="Rectangle 1026"/>
          <p:cNvSpPr>
            <a:spLocks noGrp="1" noChangeArrowheads="1"/>
          </p:cNvSpPr>
          <p:nvPr>
            <p:ph type="title"/>
          </p:nvPr>
        </p:nvSpPr>
        <p:spPr/>
        <p:txBody>
          <a:bodyPr/>
          <a:lstStyle/>
          <a:p>
            <a:r>
              <a:rPr lang="en-US" altLang="en-US"/>
              <a:t>Bonus Quiz</a:t>
            </a:r>
          </a:p>
        </p:txBody>
      </p:sp>
      <p:pic>
        <p:nvPicPr>
          <p:cNvPr id="55301" name="Picture 8" descr="shi20361_0701"/>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57200" y="2454275"/>
            <a:ext cx="3352800" cy="3151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5302" name="TextBox 2"/>
          <p:cNvSpPr txBox="1">
            <a:spLocks noChangeArrowheads="1"/>
          </p:cNvSpPr>
          <p:nvPr/>
        </p:nvSpPr>
        <p:spPr bwMode="auto">
          <a:xfrm>
            <a:off x="2771775" y="4029075"/>
            <a:ext cx="350838"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lang="en-US" altLang="en-US" b="1">
                <a:solidFill>
                  <a:schemeClr val="bg1"/>
                </a:solidFill>
              </a:rPr>
              <a:t>D</a:t>
            </a:r>
          </a:p>
        </p:txBody>
      </p:sp>
      <p:sp>
        <p:nvSpPr>
          <p:cNvPr id="55303" name="TextBox 3"/>
          <p:cNvSpPr txBox="1">
            <a:spLocks noChangeArrowheads="1"/>
          </p:cNvSpPr>
          <p:nvPr/>
        </p:nvSpPr>
        <p:spPr bwMode="auto">
          <a:xfrm>
            <a:off x="4572000" y="2454275"/>
            <a:ext cx="4337050" cy="3784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lang="en-US" altLang="en-US" sz="2400" b="1"/>
              <a:t>Identify where the fatigue crack initiates:</a:t>
            </a:r>
          </a:p>
          <a:p>
            <a:endParaRPr lang="en-US" altLang="en-US" sz="2400" b="1"/>
          </a:p>
          <a:p>
            <a:r>
              <a:rPr lang="en-US" altLang="en-US" sz="2400" b="1"/>
              <a:t>A</a:t>
            </a:r>
          </a:p>
          <a:p>
            <a:endParaRPr lang="en-US" altLang="en-US" sz="2400" b="1"/>
          </a:p>
          <a:p>
            <a:r>
              <a:rPr lang="en-US" altLang="en-US" sz="2400" b="1"/>
              <a:t>B</a:t>
            </a:r>
          </a:p>
          <a:p>
            <a:endParaRPr lang="en-US" altLang="en-US" sz="2400" b="1"/>
          </a:p>
          <a:p>
            <a:r>
              <a:rPr lang="en-US" altLang="en-US" sz="2400" b="1"/>
              <a:t>C</a:t>
            </a:r>
          </a:p>
          <a:p>
            <a:endParaRPr lang="en-US" altLang="en-US" sz="2400" b="1"/>
          </a:p>
          <a:p>
            <a:r>
              <a:rPr lang="en-US" altLang="en-US" sz="2400" b="1"/>
              <a:t>D</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Date Placeholder 3"/>
          <p:cNvSpPr>
            <a:spLocks noGrp="1"/>
          </p:cNvSpPr>
          <p:nvPr>
            <p:ph type="dt"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600" b="1">
                <a:solidFill>
                  <a:schemeClr val="tx1"/>
                </a:solidFill>
                <a:latin typeface="Arial" panose="020B0604020202020204" pitchFamily="34" charset="0"/>
              </a:defRPr>
            </a:lvl1pPr>
            <a:lvl2pPr marL="742950" indent="-285750">
              <a:spcBef>
                <a:spcPct val="20000"/>
              </a:spcBef>
              <a:buChar char="–"/>
              <a:defRPr sz="3200" b="1">
                <a:solidFill>
                  <a:schemeClr val="tx1"/>
                </a:solidFill>
                <a:latin typeface="Arial" panose="020B0604020202020204" pitchFamily="34" charset="0"/>
              </a:defRPr>
            </a:lvl2pPr>
            <a:lvl3pPr marL="1143000" indent="-228600">
              <a:spcBef>
                <a:spcPct val="20000"/>
              </a:spcBef>
              <a:buChar char="•"/>
              <a:defRPr sz="3000" b="1">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0"/>
              </a:spcBef>
              <a:buFontTx/>
              <a:buNone/>
            </a:pPr>
            <a:fld id="{267A5CC8-7C0C-4EDA-8A79-F5EE51272049}" type="slidenum">
              <a:rPr lang="en-US" altLang="en-US" sz="1600" smtClean="0"/>
              <a:pPr>
                <a:spcBef>
                  <a:spcPct val="0"/>
                </a:spcBef>
                <a:buFontTx/>
                <a:buNone/>
              </a:pPr>
              <a:t>28</a:t>
            </a:fld>
            <a:endParaRPr lang="en-US" altLang="en-US" sz="1600"/>
          </a:p>
        </p:txBody>
      </p:sp>
      <p:sp>
        <p:nvSpPr>
          <p:cNvPr id="55299" name="Footer Placeholder 4"/>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600" b="1">
                <a:solidFill>
                  <a:schemeClr val="tx1"/>
                </a:solidFill>
                <a:latin typeface="Arial" panose="020B0604020202020204" pitchFamily="34" charset="0"/>
              </a:defRPr>
            </a:lvl1pPr>
            <a:lvl2pPr marL="742950" indent="-285750">
              <a:spcBef>
                <a:spcPct val="20000"/>
              </a:spcBef>
              <a:buChar char="–"/>
              <a:defRPr sz="3200" b="1">
                <a:solidFill>
                  <a:schemeClr val="tx1"/>
                </a:solidFill>
                <a:latin typeface="Arial" panose="020B0604020202020204" pitchFamily="34" charset="0"/>
              </a:defRPr>
            </a:lvl2pPr>
            <a:lvl3pPr marL="1143000" indent="-228600">
              <a:spcBef>
                <a:spcPct val="20000"/>
              </a:spcBef>
              <a:buChar char="•"/>
              <a:defRPr sz="3000" b="1">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0"/>
              </a:spcBef>
              <a:buFontTx/>
              <a:buNone/>
            </a:pPr>
            <a:r>
              <a:rPr lang="en-US" altLang="en-US" sz="1400" b="0"/>
              <a:t>Jiangyu Li, University of Washington</a:t>
            </a:r>
          </a:p>
        </p:txBody>
      </p:sp>
      <p:sp>
        <p:nvSpPr>
          <p:cNvPr id="55300" name="Rectangle 1026"/>
          <p:cNvSpPr>
            <a:spLocks noGrp="1" noChangeArrowheads="1"/>
          </p:cNvSpPr>
          <p:nvPr>
            <p:ph type="title"/>
          </p:nvPr>
        </p:nvSpPr>
        <p:spPr/>
        <p:txBody>
          <a:bodyPr/>
          <a:lstStyle/>
          <a:p>
            <a:r>
              <a:rPr lang="en-US" altLang="en-US" dirty="0"/>
              <a:t>Assignment</a:t>
            </a:r>
          </a:p>
        </p:txBody>
      </p:sp>
      <p:sp>
        <p:nvSpPr>
          <p:cNvPr id="55302" name="TextBox 2"/>
          <p:cNvSpPr txBox="1">
            <a:spLocks noChangeArrowheads="1"/>
          </p:cNvSpPr>
          <p:nvPr/>
        </p:nvSpPr>
        <p:spPr bwMode="auto">
          <a:xfrm>
            <a:off x="2771775" y="4029075"/>
            <a:ext cx="350838"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lang="en-US" altLang="en-US" b="1">
                <a:solidFill>
                  <a:schemeClr val="bg1"/>
                </a:solidFill>
              </a:rPr>
              <a:t>D</a:t>
            </a:r>
          </a:p>
        </p:txBody>
      </p:sp>
      <p:sp>
        <p:nvSpPr>
          <p:cNvPr id="8" name="TextBox 7"/>
          <p:cNvSpPr txBox="1"/>
          <p:nvPr/>
        </p:nvSpPr>
        <p:spPr>
          <a:xfrm>
            <a:off x="1619672" y="2276872"/>
            <a:ext cx="3890809" cy="1200329"/>
          </a:xfrm>
          <a:prstGeom prst="rect">
            <a:avLst/>
          </a:prstGeom>
          <a:noFill/>
        </p:spPr>
        <p:txBody>
          <a:bodyPr wrap="none" rtlCol="0">
            <a:spAutoFit/>
          </a:bodyPr>
          <a:lstStyle/>
          <a:p>
            <a:r>
              <a:rPr lang="en-US" b="1" dirty="0"/>
              <a:t>Mechanical behavior of materials:</a:t>
            </a:r>
          </a:p>
          <a:p>
            <a:endParaRPr lang="en-US" b="1" dirty="0"/>
          </a:p>
          <a:p>
            <a:r>
              <a:rPr lang="en-US" b="1" dirty="0"/>
              <a:t>9.10, 9.11</a:t>
            </a:r>
            <a:r>
              <a:rPr lang="en-US" b="1"/>
              <a:t>, 9.21, 9.37</a:t>
            </a:r>
            <a:endParaRPr lang="en-US" b="1" dirty="0"/>
          </a:p>
          <a:p>
            <a:endParaRPr lang="en-US" b="1" dirty="0"/>
          </a:p>
        </p:txBody>
      </p:sp>
    </p:spTree>
    <p:extLst>
      <p:ext uri="{BB962C8B-B14F-4D97-AF65-F5344CB8AC3E}">
        <p14:creationId xmlns:p14="http://schemas.microsoft.com/office/powerpoint/2010/main" val="1040387266"/>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Date Placeholder 3"/>
          <p:cNvSpPr>
            <a:spLocks noGrp="1"/>
          </p:cNvSpPr>
          <p:nvPr>
            <p:ph type="dt"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600" b="1">
                <a:solidFill>
                  <a:schemeClr val="tx1"/>
                </a:solidFill>
                <a:latin typeface="Arial" panose="020B0604020202020204" pitchFamily="34" charset="0"/>
              </a:defRPr>
            </a:lvl1pPr>
            <a:lvl2pPr marL="742950" indent="-285750">
              <a:spcBef>
                <a:spcPct val="20000"/>
              </a:spcBef>
              <a:buChar char="–"/>
              <a:defRPr sz="3200" b="1">
                <a:solidFill>
                  <a:schemeClr val="tx1"/>
                </a:solidFill>
                <a:latin typeface="Arial" panose="020B0604020202020204" pitchFamily="34" charset="0"/>
              </a:defRPr>
            </a:lvl2pPr>
            <a:lvl3pPr marL="1143000" indent="-228600">
              <a:spcBef>
                <a:spcPct val="20000"/>
              </a:spcBef>
              <a:buChar char="•"/>
              <a:defRPr sz="3000" b="1">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0"/>
              </a:spcBef>
              <a:buFontTx/>
              <a:buNone/>
            </a:pPr>
            <a:fld id="{01BDFB24-7B5F-4233-9B88-47FC3D336E33}" type="slidenum">
              <a:rPr lang="en-US" altLang="en-US" sz="1600" smtClean="0"/>
              <a:pPr>
                <a:spcBef>
                  <a:spcPct val="0"/>
                </a:spcBef>
                <a:buFontTx/>
                <a:buNone/>
              </a:pPr>
              <a:t>29</a:t>
            </a:fld>
            <a:endParaRPr lang="en-US" altLang="en-US" sz="1600"/>
          </a:p>
        </p:txBody>
      </p:sp>
      <p:sp>
        <p:nvSpPr>
          <p:cNvPr id="3075" name="Rectangle 3"/>
          <p:cNvSpPr>
            <a:spLocks noGrp="1" noChangeArrowheads="1"/>
          </p:cNvSpPr>
          <p:nvPr>
            <p:ph type="subTitle" idx="1"/>
          </p:nvPr>
        </p:nvSpPr>
        <p:spPr>
          <a:xfrm>
            <a:off x="107504" y="2286000"/>
            <a:ext cx="8856984" cy="3168650"/>
          </a:xfrm>
        </p:spPr>
        <p:txBody>
          <a:bodyPr/>
          <a:lstStyle/>
          <a:p>
            <a:pPr eaLnBrk="1" hangingPunct="1">
              <a:lnSpc>
                <a:spcPct val="90000"/>
              </a:lnSpc>
            </a:pPr>
            <a:r>
              <a:rPr lang="en-US" altLang="en-US" sz="3200" dirty="0"/>
              <a:t>Fracture Mechanics based Fatigue Analysis</a:t>
            </a:r>
          </a:p>
          <a:p>
            <a:pPr eaLnBrk="1" hangingPunct="1">
              <a:lnSpc>
                <a:spcPct val="90000"/>
              </a:lnSpc>
            </a:pPr>
            <a:endParaRPr lang="en-US" altLang="en-US" sz="3200" dirty="0"/>
          </a:p>
          <a:p>
            <a:pPr eaLnBrk="1" hangingPunct="1">
              <a:lnSpc>
                <a:spcPct val="90000"/>
              </a:lnSpc>
            </a:pPr>
            <a:r>
              <a:rPr lang="en-US" altLang="en-US" sz="2400" dirty="0">
                <a:solidFill>
                  <a:srgbClr val="FF0000"/>
                </a:solidFill>
              </a:rPr>
              <a:t>Mechanical Behavior of Materials Sec. 9.1, 9.2, 9.6-9.8 </a:t>
            </a:r>
            <a:endParaRPr lang="en-US" altLang="en-US" sz="2400" dirty="0"/>
          </a:p>
          <a:p>
            <a:pPr eaLnBrk="1" hangingPunct="1">
              <a:lnSpc>
                <a:spcPct val="90000"/>
              </a:lnSpc>
            </a:pPr>
            <a:r>
              <a:rPr lang="en-US" altLang="en-US" sz="3200" dirty="0"/>
              <a:t>Jiangyu Li</a:t>
            </a:r>
          </a:p>
          <a:p>
            <a:pPr eaLnBrk="1" hangingPunct="1">
              <a:lnSpc>
                <a:spcPct val="90000"/>
              </a:lnSpc>
            </a:pPr>
            <a:endParaRPr lang="en-US" altLang="en-US" sz="2000" dirty="0"/>
          </a:p>
        </p:txBody>
      </p:sp>
      <p:sp>
        <p:nvSpPr>
          <p:cNvPr id="3076" name="Rectangle 4"/>
          <p:cNvSpPr>
            <a:spLocks noChangeArrowheads="1"/>
          </p:cNvSpPr>
          <p:nvPr/>
        </p:nvSpPr>
        <p:spPr bwMode="auto">
          <a:xfrm>
            <a:off x="457200" y="274638"/>
            <a:ext cx="82296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Char char="•"/>
              <a:defRPr sz="3600" b="1">
                <a:solidFill>
                  <a:schemeClr val="tx1"/>
                </a:solidFill>
                <a:latin typeface="Arial" panose="020B0604020202020204" pitchFamily="34" charset="0"/>
              </a:defRPr>
            </a:lvl1pPr>
            <a:lvl2pPr marL="742950" indent="-285750">
              <a:spcBef>
                <a:spcPct val="20000"/>
              </a:spcBef>
              <a:buChar char="–"/>
              <a:defRPr sz="3200" b="1">
                <a:solidFill>
                  <a:schemeClr val="tx1"/>
                </a:solidFill>
                <a:latin typeface="Arial" panose="020B0604020202020204" pitchFamily="34" charset="0"/>
              </a:defRPr>
            </a:lvl2pPr>
            <a:lvl3pPr marL="1143000" indent="-228600">
              <a:spcBef>
                <a:spcPct val="20000"/>
              </a:spcBef>
              <a:buChar char="•"/>
              <a:defRPr sz="3000" b="1">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0"/>
              </a:spcBef>
              <a:buFontTx/>
              <a:buNone/>
            </a:pPr>
            <a:r>
              <a:rPr lang="en-US" altLang="en-US" sz="4000" dirty="0">
                <a:solidFill>
                  <a:schemeClr val="tx2"/>
                </a:solidFill>
              </a:rPr>
              <a:t>Mechanics of Materials</a:t>
            </a:r>
          </a:p>
        </p:txBody>
      </p:sp>
    </p:spTree>
    <p:extLst>
      <p:ext uri="{BB962C8B-B14F-4D97-AF65-F5344CB8AC3E}">
        <p14:creationId xmlns:p14="http://schemas.microsoft.com/office/powerpoint/2010/main" val="4190587596"/>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Date Placeholder 3"/>
          <p:cNvSpPr>
            <a:spLocks noGrp="1"/>
          </p:cNvSpPr>
          <p:nvPr>
            <p:ph type="dt"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600" b="1">
                <a:solidFill>
                  <a:schemeClr val="tx1"/>
                </a:solidFill>
                <a:latin typeface="Arial" panose="020B0604020202020204" pitchFamily="34" charset="0"/>
              </a:defRPr>
            </a:lvl1pPr>
            <a:lvl2pPr marL="742950" indent="-285750">
              <a:spcBef>
                <a:spcPct val="20000"/>
              </a:spcBef>
              <a:buChar char="–"/>
              <a:defRPr sz="3200" b="1">
                <a:solidFill>
                  <a:schemeClr val="tx1"/>
                </a:solidFill>
                <a:latin typeface="Arial" panose="020B0604020202020204" pitchFamily="34" charset="0"/>
              </a:defRPr>
            </a:lvl2pPr>
            <a:lvl3pPr marL="1143000" indent="-228600">
              <a:spcBef>
                <a:spcPct val="20000"/>
              </a:spcBef>
              <a:buChar char="•"/>
              <a:defRPr sz="3000" b="1">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0"/>
              </a:spcBef>
              <a:buFontTx/>
              <a:buNone/>
            </a:pPr>
            <a:fld id="{3EDE1209-840C-49CD-9052-AC687FDF91C1}" type="slidenum">
              <a:rPr lang="en-US" altLang="en-US" sz="1600" smtClean="0"/>
              <a:pPr>
                <a:spcBef>
                  <a:spcPct val="0"/>
                </a:spcBef>
                <a:buFontTx/>
                <a:buNone/>
              </a:pPr>
              <a:t>30</a:t>
            </a:fld>
            <a:endParaRPr lang="en-US" altLang="en-US" sz="1600"/>
          </a:p>
        </p:txBody>
      </p:sp>
      <p:sp>
        <p:nvSpPr>
          <p:cNvPr id="12291" name="Rectangle 1026"/>
          <p:cNvSpPr>
            <a:spLocks noGrp="1" noChangeArrowheads="1"/>
          </p:cNvSpPr>
          <p:nvPr>
            <p:ph type="title"/>
          </p:nvPr>
        </p:nvSpPr>
        <p:spPr/>
        <p:txBody>
          <a:bodyPr/>
          <a:lstStyle/>
          <a:p>
            <a:pPr eaLnBrk="1" hangingPunct="1"/>
            <a:r>
              <a:rPr lang="en-US" altLang="en-US"/>
              <a:t>Fatigue Failure Feature</a:t>
            </a:r>
          </a:p>
        </p:txBody>
      </p:sp>
      <p:sp>
        <p:nvSpPr>
          <p:cNvPr id="12292" name="Rectangle 1027"/>
          <p:cNvSpPr>
            <a:spLocks noGrp="1" noChangeArrowheads="1"/>
          </p:cNvSpPr>
          <p:nvPr>
            <p:ph type="body" idx="1"/>
          </p:nvPr>
        </p:nvSpPr>
        <p:spPr>
          <a:xfrm>
            <a:off x="304800" y="1752600"/>
            <a:ext cx="4724400" cy="4525963"/>
          </a:xfrm>
          <a:solidFill>
            <a:schemeClr val="bg1"/>
          </a:solidFill>
        </p:spPr>
        <p:txBody>
          <a:bodyPr/>
          <a:lstStyle/>
          <a:p>
            <a:pPr eaLnBrk="1" hangingPunct="1">
              <a:lnSpc>
                <a:spcPct val="90000"/>
              </a:lnSpc>
            </a:pPr>
            <a:r>
              <a:rPr lang="en-US" altLang="en-US" sz="2400"/>
              <a:t>Flat fracture surface, normal to stress axis, no necking </a:t>
            </a:r>
          </a:p>
          <a:p>
            <a:pPr eaLnBrk="1" hangingPunct="1">
              <a:lnSpc>
                <a:spcPct val="90000"/>
              </a:lnSpc>
            </a:pPr>
            <a:r>
              <a:rPr lang="en-US" altLang="en-US" sz="2400"/>
              <a:t>Stage one: initiation of microcracks</a:t>
            </a:r>
          </a:p>
          <a:p>
            <a:pPr eaLnBrk="1" hangingPunct="1">
              <a:lnSpc>
                <a:spcPct val="90000"/>
              </a:lnSpc>
            </a:pPr>
            <a:r>
              <a:rPr lang="en-US" altLang="en-US" sz="2400"/>
              <a:t>Stage two: progress from microcracks to macrocracks, forming parallel plateau-like facture feature (beach marks) separated by longitudinal ridge</a:t>
            </a:r>
          </a:p>
          <a:p>
            <a:pPr eaLnBrk="1" hangingPunct="1">
              <a:lnSpc>
                <a:spcPct val="90000"/>
              </a:lnSpc>
            </a:pPr>
            <a:r>
              <a:rPr lang="en-US" altLang="en-US" sz="2400"/>
              <a:t>Stage three: final cycle, sudden, fast fracture.</a:t>
            </a:r>
          </a:p>
        </p:txBody>
      </p:sp>
      <p:sp>
        <p:nvSpPr>
          <p:cNvPr id="12293" name="Text Box 1029"/>
          <p:cNvSpPr txBox="1">
            <a:spLocks noChangeArrowheads="1"/>
          </p:cNvSpPr>
          <p:nvPr/>
        </p:nvSpPr>
        <p:spPr bwMode="auto">
          <a:xfrm>
            <a:off x="5943600" y="6096000"/>
            <a:ext cx="29273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600" b="1">
                <a:solidFill>
                  <a:schemeClr val="tx1"/>
                </a:solidFill>
                <a:latin typeface="Arial" panose="020B0604020202020204" pitchFamily="34" charset="0"/>
              </a:defRPr>
            </a:lvl1pPr>
            <a:lvl2pPr marL="742950" indent="-285750">
              <a:spcBef>
                <a:spcPct val="20000"/>
              </a:spcBef>
              <a:buChar char="–"/>
              <a:defRPr sz="3200" b="1">
                <a:solidFill>
                  <a:schemeClr val="tx1"/>
                </a:solidFill>
                <a:latin typeface="Arial" panose="020B0604020202020204" pitchFamily="34" charset="0"/>
              </a:defRPr>
            </a:lvl2pPr>
            <a:lvl3pPr marL="1143000" indent="-228600">
              <a:spcBef>
                <a:spcPct val="20000"/>
              </a:spcBef>
              <a:buChar char="•"/>
              <a:defRPr sz="3000" b="1">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r>
              <a:rPr lang="en-US" altLang="en-US" sz="1800" b="0"/>
              <a:t>Bolt, unidirectional bending</a:t>
            </a:r>
          </a:p>
        </p:txBody>
      </p:sp>
      <p:pic>
        <p:nvPicPr>
          <p:cNvPr id="12294" name="Picture 1030" descr="fg09_21"/>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105400" y="1676400"/>
            <a:ext cx="3830638" cy="4708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87001867"/>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Date Placeholder 3"/>
          <p:cNvSpPr>
            <a:spLocks noGrp="1"/>
          </p:cNvSpPr>
          <p:nvPr>
            <p:ph type="dt"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600" b="1">
                <a:solidFill>
                  <a:schemeClr val="tx1"/>
                </a:solidFill>
                <a:latin typeface="Arial" panose="020B0604020202020204" pitchFamily="34" charset="0"/>
              </a:defRPr>
            </a:lvl1pPr>
            <a:lvl2pPr marL="742950" indent="-285750">
              <a:spcBef>
                <a:spcPct val="20000"/>
              </a:spcBef>
              <a:buChar char="–"/>
              <a:defRPr sz="3200" b="1">
                <a:solidFill>
                  <a:schemeClr val="tx1"/>
                </a:solidFill>
                <a:latin typeface="Arial" panose="020B0604020202020204" pitchFamily="34" charset="0"/>
              </a:defRPr>
            </a:lvl2pPr>
            <a:lvl3pPr marL="1143000" indent="-228600">
              <a:spcBef>
                <a:spcPct val="20000"/>
              </a:spcBef>
              <a:buChar char="•"/>
              <a:defRPr sz="3000" b="1">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0"/>
              </a:spcBef>
              <a:buFontTx/>
              <a:buNone/>
            </a:pPr>
            <a:fld id="{267A5CC8-7C0C-4EDA-8A79-F5EE51272049}" type="slidenum">
              <a:rPr lang="en-US" altLang="en-US" sz="1600" smtClean="0"/>
              <a:pPr>
                <a:spcBef>
                  <a:spcPct val="0"/>
                </a:spcBef>
                <a:buFontTx/>
                <a:buNone/>
              </a:pPr>
              <a:t>31</a:t>
            </a:fld>
            <a:endParaRPr lang="en-US" altLang="en-US" sz="1600"/>
          </a:p>
        </p:txBody>
      </p:sp>
      <p:sp>
        <p:nvSpPr>
          <p:cNvPr id="55299" name="Footer Placeholder 4"/>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600" b="1">
                <a:solidFill>
                  <a:schemeClr val="tx1"/>
                </a:solidFill>
                <a:latin typeface="Arial" panose="020B0604020202020204" pitchFamily="34" charset="0"/>
              </a:defRPr>
            </a:lvl1pPr>
            <a:lvl2pPr marL="742950" indent="-285750">
              <a:spcBef>
                <a:spcPct val="20000"/>
              </a:spcBef>
              <a:buChar char="–"/>
              <a:defRPr sz="3200" b="1">
                <a:solidFill>
                  <a:schemeClr val="tx1"/>
                </a:solidFill>
                <a:latin typeface="Arial" panose="020B0604020202020204" pitchFamily="34" charset="0"/>
              </a:defRPr>
            </a:lvl2pPr>
            <a:lvl3pPr marL="1143000" indent="-228600">
              <a:spcBef>
                <a:spcPct val="20000"/>
              </a:spcBef>
              <a:buChar char="•"/>
              <a:defRPr sz="3000" b="1">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0"/>
              </a:spcBef>
              <a:buFontTx/>
              <a:buNone/>
            </a:pPr>
            <a:r>
              <a:rPr lang="en-US" altLang="en-US" sz="1400" b="0"/>
              <a:t>Jiangyu Li, University of Washington</a:t>
            </a:r>
          </a:p>
        </p:txBody>
      </p:sp>
      <p:sp>
        <p:nvSpPr>
          <p:cNvPr id="55300" name="Rectangle 1026"/>
          <p:cNvSpPr>
            <a:spLocks noGrp="1" noChangeArrowheads="1"/>
          </p:cNvSpPr>
          <p:nvPr>
            <p:ph type="title"/>
          </p:nvPr>
        </p:nvSpPr>
        <p:spPr/>
        <p:txBody>
          <a:bodyPr/>
          <a:lstStyle/>
          <a:p>
            <a:r>
              <a:rPr lang="en-US" altLang="zh-CN" dirty="0"/>
              <a:t>Paris Law</a:t>
            </a:r>
            <a:endParaRPr lang="en-US" altLang="en-US" dirty="0"/>
          </a:p>
        </p:txBody>
      </p:sp>
      <p:sp>
        <p:nvSpPr>
          <p:cNvPr id="55302" name="TextBox 2"/>
          <p:cNvSpPr txBox="1">
            <a:spLocks noChangeArrowheads="1"/>
          </p:cNvSpPr>
          <p:nvPr/>
        </p:nvSpPr>
        <p:spPr bwMode="auto">
          <a:xfrm>
            <a:off x="2771775" y="4029075"/>
            <a:ext cx="350838"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lang="en-US" altLang="en-US" b="1">
                <a:solidFill>
                  <a:schemeClr val="bg1"/>
                </a:solidFill>
              </a:rPr>
              <a:t>D</a:t>
            </a:r>
          </a:p>
        </p:txBody>
      </p:sp>
      <p:pic>
        <p:nvPicPr>
          <p:cNvPr id="2" name="Picture 1"/>
          <p:cNvPicPr>
            <a:picLocks noChangeAspect="1"/>
          </p:cNvPicPr>
          <p:nvPr/>
        </p:nvPicPr>
        <p:blipFill>
          <a:blip r:embed="rId3"/>
          <a:stretch>
            <a:fillRect/>
          </a:stretch>
        </p:blipFill>
        <p:spPr>
          <a:xfrm>
            <a:off x="592531" y="2046085"/>
            <a:ext cx="7958938" cy="3708806"/>
          </a:xfrm>
          <a:prstGeom prst="rect">
            <a:avLst/>
          </a:prstGeom>
        </p:spPr>
      </p:pic>
    </p:spTree>
    <p:extLst>
      <p:ext uri="{BB962C8B-B14F-4D97-AF65-F5344CB8AC3E}">
        <p14:creationId xmlns:p14="http://schemas.microsoft.com/office/powerpoint/2010/main" val="2109272860"/>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Date Placeholder 3"/>
          <p:cNvSpPr>
            <a:spLocks noGrp="1"/>
          </p:cNvSpPr>
          <p:nvPr>
            <p:ph type="dt"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600" b="1">
                <a:solidFill>
                  <a:schemeClr val="tx1"/>
                </a:solidFill>
                <a:latin typeface="Arial" panose="020B0604020202020204" pitchFamily="34" charset="0"/>
              </a:defRPr>
            </a:lvl1pPr>
            <a:lvl2pPr marL="742950" indent="-285750">
              <a:spcBef>
                <a:spcPct val="20000"/>
              </a:spcBef>
              <a:buChar char="–"/>
              <a:defRPr sz="3200" b="1">
                <a:solidFill>
                  <a:schemeClr val="tx1"/>
                </a:solidFill>
                <a:latin typeface="Arial" panose="020B0604020202020204" pitchFamily="34" charset="0"/>
              </a:defRPr>
            </a:lvl2pPr>
            <a:lvl3pPr marL="1143000" indent="-228600">
              <a:spcBef>
                <a:spcPct val="20000"/>
              </a:spcBef>
              <a:buChar char="•"/>
              <a:defRPr sz="3000" b="1">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0"/>
              </a:spcBef>
              <a:buFontTx/>
              <a:buNone/>
            </a:pPr>
            <a:fld id="{267A5CC8-7C0C-4EDA-8A79-F5EE51272049}" type="slidenum">
              <a:rPr lang="en-US" altLang="en-US" sz="1600" smtClean="0"/>
              <a:pPr>
                <a:spcBef>
                  <a:spcPct val="0"/>
                </a:spcBef>
                <a:buFontTx/>
                <a:buNone/>
              </a:pPr>
              <a:t>32</a:t>
            </a:fld>
            <a:endParaRPr lang="en-US" altLang="en-US" sz="1600"/>
          </a:p>
        </p:txBody>
      </p:sp>
      <p:sp>
        <p:nvSpPr>
          <p:cNvPr id="55300" name="Rectangle 1026"/>
          <p:cNvSpPr>
            <a:spLocks noGrp="1" noChangeArrowheads="1"/>
          </p:cNvSpPr>
          <p:nvPr>
            <p:ph type="title"/>
          </p:nvPr>
        </p:nvSpPr>
        <p:spPr/>
        <p:txBody>
          <a:bodyPr/>
          <a:lstStyle/>
          <a:p>
            <a:r>
              <a:rPr lang="en-US" altLang="zh-CN" dirty="0"/>
              <a:t>Airplane Disaster</a:t>
            </a:r>
            <a:endParaRPr lang="en-US" altLang="en-US" dirty="0"/>
          </a:p>
        </p:txBody>
      </p:sp>
      <p:sp>
        <p:nvSpPr>
          <p:cNvPr id="55302" name="TextBox 2"/>
          <p:cNvSpPr txBox="1">
            <a:spLocks noChangeArrowheads="1"/>
          </p:cNvSpPr>
          <p:nvPr/>
        </p:nvSpPr>
        <p:spPr bwMode="auto">
          <a:xfrm>
            <a:off x="2771775" y="4029075"/>
            <a:ext cx="350838"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lang="en-US" altLang="en-US" b="1">
                <a:solidFill>
                  <a:schemeClr val="bg1"/>
                </a:solidFill>
              </a:rPr>
              <a:t>D</a:t>
            </a:r>
          </a:p>
        </p:txBody>
      </p:sp>
      <p:pic>
        <p:nvPicPr>
          <p:cNvPr id="54274" name="Picture 2" descr="https://source.wustl.edu/wp-content/uploads/2010/11/300pxDH106_Comet_3_G-ANLO_FAR_1954.jp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691680" y="1772816"/>
            <a:ext cx="5484625" cy="2943417"/>
          </a:xfrm>
          <a:prstGeom prst="rect">
            <a:avLst/>
          </a:prstGeom>
          <a:noFill/>
          <a:extLst>
            <a:ext uri="{909E8E84-426E-40DD-AFC4-6F175D3DCCD1}">
              <a14:hiddenFill xmlns:a14="http://schemas.microsoft.com/office/drawing/2010/main">
                <a:solidFill>
                  <a:srgbClr val="FFFFFF"/>
                </a:solidFill>
              </a14:hiddenFill>
            </a:ext>
          </a:extLst>
        </p:spPr>
      </p:pic>
      <p:sp>
        <p:nvSpPr>
          <p:cNvPr id="3" name="Rectangle 2"/>
          <p:cNvSpPr/>
          <p:nvPr/>
        </p:nvSpPr>
        <p:spPr>
          <a:xfrm>
            <a:off x="647564" y="4920813"/>
            <a:ext cx="7848872" cy="1569660"/>
          </a:xfrm>
          <a:prstGeom prst="rect">
            <a:avLst/>
          </a:prstGeom>
        </p:spPr>
        <p:txBody>
          <a:bodyPr wrap="square">
            <a:spAutoFit/>
          </a:bodyPr>
          <a:lstStyle/>
          <a:p>
            <a:r>
              <a:rPr lang="en-US" sz="2400" dirty="0">
                <a:solidFill>
                  <a:srgbClr val="555555"/>
                </a:solidFill>
                <a:latin typeface="Source Sans Pro"/>
              </a:rPr>
              <a:t>In January 1954, a de Havilland Comet, an early commercial jet airliner, broke up in flight and crashed into the Mediterranean Sea. In April of the same year, another Comet crashed in the waters near Naples, Italy.</a:t>
            </a:r>
            <a:endParaRPr lang="en-US" sz="2400" dirty="0"/>
          </a:p>
        </p:txBody>
      </p:sp>
    </p:spTree>
    <p:extLst>
      <p:ext uri="{BB962C8B-B14F-4D97-AF65-F5344CB8AC3E}">
        <p14:creationId xmlns:p14="http://schemas.microsoft.com/office/powerpoint/2010/main" val="2350208322"/>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300" name="Rectangle 1026"/>
          <p:cNvSpPr>
            <a:spLocks noGrp="1" noChangeArrowheads="1"/>
          </p:cNvSpPr>
          <p:nvPr>
            <p:ph type="title"/>
          </p:nvPr>
        </p:nvSpPr>
        <p:spPr/>
        <p:txBody>
          <a:bodyPr/>
          <a:lstStyle/>
          <a:p>
            <a:r>
              <a:rPr lang="en-US" altLang="zh-CN" dirty="0"/>
              <a:t>Airplane Disaster</a:t>
            </a:r>
            <a:endParaRPr lang="en-US" altLang="en-US" dirty="0"/>
          </a:p>
        </p:txBody>
      </p:sp>
      <p:sp>
        <p:nvSpPr>
          <p:cNvPr id="55302" name="TextBox 2"/>
          <p:cNvSpPr txBox="1">
            <a:spLocks noChangeArrowheads="1"/>
          </p:cNvSpPr>
          <p:nvPr/>
        </p:nvSpPr>
        <p:spPr bwMode="auto">
          <a:xfrm>
            <a:off x="2771775" y="4029075"/>
            <a:ext cx="350838"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lang="en-US" altLang="en-US" b="1">
                <a:solidFill>
                  <a:schemeClr val="bg1"/>
                </a:solidFill>
              </a:rPr>
              <a:t>D</a:t>
            </a:r>
          </a:p>
        </p:txBody>
      </p:sp>
      <p:pic>
        <p:nvPicPr>
          <p:cNvPr id="54274" name="Picture 2" descr="https://source.wustl.edu/wp-content/uploads/2010/11/300pxDH106_Comet_3_G-ANLO_FAR_1954.jp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691680" y="1716471"/>
            <a:ext cx="5484625" cy="2943417"/>
          </a:xfrm>
          <a:prstGeom prst="rect">
            <a:avLst/>
          </a:prstGeom>
          <a:noFill/>
          <a:extLst>
            <a:ext uri="{909E8E84-426E-40DD-AFC4-6F175D3DCCD1}">
              <a14:hiddenFill xmlns:a14="http://schemas.microsoft.com/office/drawing/2010/main">
                <a:solidFill>
                  <a:srgbClr val="FFFFFF"/>
                </a:solidFill>
              </a14:hiddenFill>
            </a:ext>
          </a:extLst>
        </p:spPr>
      </p:pic>
      <p:sp>
        <p:nvSpPr>
          <p:cNvPr id="3" name="Rectangle 2"/>
          <p:cNvSpPr/>
          <p:nvPr/>
        </p:nvSpPr>
        <p:spPr>
          <a:xfrm>
            <a:off x="251520" y="4837563"/>
            <a:ext cx="9098160" cy="1938992"/>
          </a:xfrm>
          <a:prstGeom prst="rect">
            <a:avLst/>
          </a:prstGeom>
        </p:spPr>
        <p:txBody>
          <a:bodyPr wrap="square">
            <a:spAutoFit/>
          </a:bodyPr>
          <a:lstStyle/>
          <a:p>
            <a:r>
              <a:rPr lang="en-US" sz="2400" dirty="0"/>
              <a:t>Stresses in the metal skin had </a:t>
            </a:r>
            <a:r>
              <a:rPr lang="en-US" sz="2400" dirty="0">
                <a:solidFill>
                  <a:srgbClr val="FF0000"/>
                </a:solidFill>
              </a:rPr>
              <a:t>concentrated </a:t>
            </a:r>
            <a:r>
              <a:rPr lang="en-US" sz="2400" dirty="0"/>
              <a:t>at the corners of square “windows,” and, following </a:t>
            </a:r>
            <a:r>
              <a:rPr lang="en-US" sz="2400" b="1" dirty="0">
                <a:solidFill>
                  <a:srgbClr val="FF0000"/>
                </a:solidFill>
              </a:rPr>
              <a:t>repeated cycling </a:t>
            </a:r>
            <a:r>
              <a:rPr lang="en-US" sz="2400" dirty="0"/>
              <a:t>of cabin pressure, these stress concentrations opened cracks that suddenly grew the length of the fuselage, and the whole aircraft came apart.</a:t>
            </a:r>
          </a:p>
        </p:txBody>
      </p:sp>
    </p:spTree>
    <p:extLst>
      <p:ext uri="{BB962C8B-B14F-4D97-AF65-F5344CB8AC3E}">
        <p14:creationId xmlns:p14="http://schemas.microsoft.com/office/powerpoint/2010/main" val="651158660"/>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Date Placeholder 3"/>
          <p:cNvSpPr>
            <a:spLocks noGrp="1"/>
          </p:cNvSpPr>
          <p:nvPr>
            <p:ph type="dt"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600" b="1">
                <a:solidFill>
                  <a:schemeClr val="tx1"/>
                </a:solidFill>
                <a:latin typeface="Arial" panose="020B0604020202020204" pitchFamily="34" charset="0"/>
              </a:defRPr>
            </a:lvl1pPr>
            <a:lvl2pPr marL="742950" indent="-285750">
              <a:spcBef>
                <a:spcPct val="20000"/>
              </a:spcBef>
              <a:buChar char="–"/>
              <a:defRPr sz="3200" b="1">
                <a:solidFill>
                  <a:schemeClr val="tx1"/>
                </a:solidFill>
                <a:latin typeface="Arial" panose="020B0604020202020204" pitchFamily="34" charset="0"/>
              </a:defRPr>
            </a:lvl2pPr>
            <a:lvl3pPr marL="1143000" indent="-228600">
              <a:spcBef>
                <a:spcPct val="20000"/>
              </a:spcBef>
              <a:buChar char="•"/>
              <a:defRPr sz="3000" b="1">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0"/>
              </a:spcBef>
              <a:buFontTx/>
              <a:buNone/>
            </a:pPr>
            <a:fld id="{267A5CC8-7C0C-4EDA-8A79-F5EE51272049}" type="slidenum">
              <a:rPr lang="en-US" altLang="en-US" sz="1600" smtClean="0"/>
              <a:pPr>
                <a:spcBef>
                  <a:spcPct val="0"/>
                </a:spcBef>
                <a:buFontTx/>
                <a:buNone/>
              </a:pPr>
              <a:t>34</a:t>
            </a:fld>
            <a:endParaRPr lang="en-US" altLang="en-US" sz="1600"/>
          </a:p>
        </p:txBody>
      </p:sp>
      <p:sp>
        <p:nvSpPr>
          <p:cNvPr id="55299" name="Footer Placeholder 4"/>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600" b="1">
                <a:solidFill>
                  <a:schemeClr val="tx1"/>
                </a:solidFill>
                <a:latin typeface="Arial" panose="020B0604020202020204" pitchFamily="34" charset="0"/>
              </a:defRPr>
            </a:lvl1pPr>
            <a:lvl2pPr marL="742950" indent="-285750">
              <a:spcBef>
                <a:spcPct val="20000"/>
              </a:spcBef>
              <a:buChar char="–"/>
              <a:defRPr sz="3200" b="1">
                <a:solidFill>
                  <a:schemeClr val="tx1"/>
                </a:solidFill>
                <a:latin typeface="Arial" panose="020B0604020202020204" pitchFamily="34" charset="0"/>
              </a:defRPr>
            </a:lvl2pPr>
            <a:lvl3pPr marL="1143000" indent="-228600">
              <a:spcBef>
                <a:spcPct val="20000"/>
              </a:spcBef>
              <a:buChar char="•"/>
              <a:defRPr sz="3000" b="1">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0"/>
              </a:spcBef>
              <a:buFontTx/>
              <a:buNone/>
            </a:pPr>
            <a:r>
              <a:rPr lang="en-US" altLang="en-US" sz="1400" b="0"/>
              <a:t>Jiangyu Li, University of Washington</a:t>
            </a:r>
          </a:p>
        </p:txBody>
      </p:sp>
      <p:sp>
        <p:nvSpPr>
          <p:cNvPr id="55300" name="Rectangle 1026"/>
          <p:cNvSpPr>
            <a:spLocks noGrp="1" noChangeArrowheads="1"/>
          </p:cNvSpPr>
          <p:nvPr>
            <p:ph type="title"/>
          </p:nvPr>
        </p:nvSpPr>
        <p:spPr/>
        <p:txBody>
          <a:bodyPr/>
          <a:lstStyle/>
          <a:p>
            <a:r>
              <a:rPr lang="en-US" altLang="zh-CN" dirty="0"/>
              <a:t>Paul Paris</a:t>
            </a:r>
            <a:endParaRPr lang="en-US" altLang="en-US" dirty="0"/>
          </a:p>
        </p:txBody>
      </p:sp>
      <p:sp>
        <p:nvSpPr>
          <p:cNvPr id="55302" name="TextBox 2"/>
          <p:cNvSpPr txBox="1">
            <a:spLocks noChangeArrowheads="1"/>
          </p:cNvSpPr>
          <p:nvPr/>
        </p:nvSpPr>
        <p:spPr bwMode="auto">
          <a:xfrm>
            <a:off x="2771775" y="4029075"/>
            <a:ext cx="350838"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lang="en-US" altLang="en-US" b="1">
                <a:solidFill>
                  <a:schemeClr val="bg1"/>
                </a:solidFill>
              </a:rPr>
              <a:t>D</a:t>
            </a:r>
          </a:p>
        </p:txBody>
      </p:sp>
      <p:pic>
        <p:nvPicPr>
          <p:cNvPr id="2" name="Picture 1"/>
          <p:cNvPicPr>
            <a:picLocks noChangeAspect="1"/>
          </p:cNvPicPr>
          <p:nvPr/>
        </p:nvPicPr>
        <p:blipFill rotWithShape="1">
          <a:blip r:embed="rId3"/>
          <a:srcRect t="29521" r="78047"/>
          <a:stretch/>
        </p:blipFill>
        <p:spPr>
          <a:xfrm>
            <a:off x="360290" y="2722113"/>
            <a:ext cx="1747221" cy="2613923"/>
          </a:xfrm>
          <a:prstGeom prst="rect">
            <a:avLst/>
          </a:prstGeom>
        </p:spPr>
      </p:pic>
      <p:sp>
        <p:nvSpPr>
          <p:cNvPr id="3" name="Rectangle 2"/>
          <p:cNvSpPr/>
          <p:nvPr/>
        </p:nvSpPr>
        <p:spPr>
          <a:xfrm>
            <a:off x="2380613" y="1951583"/>
            <a:ext cx="6336110" cy="4154984"/>
          </a:xfrm>
          <a:prstGeom prst="rect">
            <a:avLst/>
          </a:prstGeom>
        </p:spPr>
        <p:txBody>
          <a:bodyPr wrap="square">
            <a:spAutoFit/>
          </a:bodyPr>
          <a:lstStyle/>
          <a:p>
            <a:r>
              <a:rPr lang="en-US" sz="2400" dirty="0">
                <a:solidFill>
                  <a:srgbClr val="555555"/>
                </a:solidFill>
                <a:latin typeface="Source Sans Pro"/>
              </a:rPr>
              <a:t>Trained at Lehigh University in applied mechanics, Paris became a faculty associate at the Boeing Co. in the summer of 1955. Because Boeing was developing the first American commercial jet, Paris was asked to look into the Comet failures.</a:t>
            </a:r>
          </a:p>
          <a:p>
            <a:r>
              <a:rPr lang="en-US" sz="2400" dirty="0">
                <a:solidFill>
                  <a:srgbClr val="555555"/>
                </a:solidFill>
                <a:latin typeface="Source Sans Pro"/>
              </a:rPr>
              <a:t>“</a:t>
            </a:r>
            <a:r>
              <a:rPr lang="en-US" sz="2400" b="1" dirty="0">
                <a:solidFill>
                  <a:srgbClr val="FF0000"/>
                </a:solidFill>
                <a:latin typeface="Source Sans Pro"/>
              </a:rPr>
              <a:t>I was scared to death</a:t>
            </a:r>
            <a:r>
              <a:rPr lang="en-US" sz="2400" dirty="0">
                <a:solidFill>
                  <a:srgbClr val="555555"/>
                </a:solidFill>
                <a:latin typeface="Source Sans Pro"/>
              </a:rPr>
              <a:t>,” he says. “I had never been in industry before, and they handed me this enormous task. </a:t>
            </a:r>
            <a:r>
              <a:rPr lang="en-US" sz="2400" b="1" dirty="0">
                <a:solidFill>
                  <a:srgbClr val="FF0000"/>
                </a:solidFill>
                <a:latin typeface="Source Sans Pro"/>
              </a:rPr>
              <a:t>I didn’t have the courage to tell them I didn’t know anything about fracture</a:t>
            </a:r>
            <a:r>
              <a:rPr lang="en-US" sz="2400" dirty="0">
                <a:solidFill>
                  <a:srgbClr val="555555"/>
                </a:solidFill>
                <a:latin typeface="Source Sans Pro"/>
              </a:rPr>
              <a:t>.”</a:t>
            </a:r>
            <a:endParaRPr lang="en-US" sz="2400" b="0" i="0" dirty="0">
              <a:solidFill>
                <a:srgbClr val="555555"/>
              </a:solidFill>
              <a:effectLst/>
              <a:latin typeface="Source Sans Pro"/>
            </a:endParaRPr>
          </a:p>
        </p:txBody>
      </p:sp>
    </p:spTree>
    <p:extLst>
      <p:ext uri="{BB962C8B-B14F-4D97-AF65-F5344CB8AC3E}">
        <p14:creationId xmlns:p14="http://schemas.microsoft.com/office/powerpoint/2010/main" val="2166199253"/>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300" name="Rectangle 1026"/>
          <p:cNvSpPr>
            <a:spLocks noGrp="1" noChangeArrowheads="1"/>
          </p:cNvSpPr>
          <p:nvPr>
            <p:ph type="title"/>
          </p:nvPr>
        </p:nvSpPr>
        <p:spPr/>
        <p:txBody>
          <a:bodyPr/>
          <a:lstStyle/>
          <a:p>
            <a:r>
              <a:rPr lang="en-US" altLang="en-US" dirty="0"/>
              <a:t>Paris Paper</a:t>
            </a:r>
          </a:p>
        </p:txBody>
      </p:sp>
      <p:pic>
        <p:nvPicPr>
          <p:cNvPr id="3" name="Picture 2"/>
          <p:cNvPicPr>
            <a:picLocks noChangeAspect="1"/>
          </p:cNvPicPr>
          <p:nvPr/>
        </p:nvPicPr>
        <p:blipFill>
          <a:blip r:embed="rId3"/>
          <a:stretch>
            <a:fillRect/>
          </a:stretch>
        </p:blipFill>
        <p:spPr>
          <a:xfrm>
            <a:off x="592531" y="2046085"/>
            <a:ext cx="7958938" cy="3708806"/>
          </a:xfrm>
          <a:prstGeom prst="rect">
            <a:avLst/>
          </a:prstGeom>
        </p:spPr>
      </p:pic>
    </p:spTree>
    <p:extLst>
      <p:ext uri="{BB962C8B-B14F-4D97-AF65-F5344CB8AC3E}">
        <p14:creationId xmlns:p14="http://schemas.microsoft.com/office/powerpoint/2010/main" val="1475940098"/>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300" name="Rectangle 1026"/>
          <p:cNvSpPr>
            <a:spLocks noGrp="1" noChangeArrowheads="1"/>
          </p:cNvSpPr>
          <p:nvPr>
            <p:ph type="title"/>
          </p:nvPr>
        </p:nvSpPr>
        <p:spPr/>
        <p:txBody>
          <a:bodyPr/>
          <a:lstStyle/>
          <a:p>
            <a:r>
              <a:rPr lang="en-US" altLang="en-US" dirty="0"/>
              <a:t>Paris Paper</a:t>
            </a:r>
          </a:p>
        </p:txBody>
      </p:sp>
      <p:pic>
        <p:nvPicPr>
          <p:cNvPr id="2" name="Picture 1"/>
          <p:cNvPicPr>
            <a:picLocks noChangeAspect="1"/>
          </p:cNvPicPr>
          <p:nvPr/>
        </p:nvPicPr>
        <p:blipFill>
          <a:blip r:embed="rId3"/>
          <a:stretch>
            <a:fillRect/>
          </a:stretch>
        </p:blipFill>
        <p:spPr>
          <a:xfrm>
            <a:off x="251520" y="2348880"/>
            <a:ext cx="3885559" cy="3744416"/>
          </a:xfrm>
          <a:prstGeom prst="rect">
            <a:avLst/>
          </a:prstGeom>
        </p:spPr>
      </p:pic>
      <p:pic>
        <p:nvPicPr>
          <p:cNvPr id="4" name="Picture 3"/>
          <p:cNvPicPr>
            <a:picLocks noChangeAspect="1"/>
          </p:cNvPicPr>
          <p:nvPr/>
        </p:nvPicPr>
        <p:blipFill rotWithShape="1">
          <a:blip r:embed="rId4"/>
          <a:srcRect r="12079"/>
          <a:stretch/>
        </p:blipFill>
        <p:spPr>
          <a:xfrm>
            <a:off x="4176480" y="1772816"/>
            <a:ext cx="4510320" cy="4680520"/>
          </a:xfrm>
          <a:prstGeom prst="rect">
            <a:avLst/>
          </a:prstGeom>
        </p:spPr>
      </p:pic>
    </p:spTree>
    <p:extLst>
      <p:ext uri="{BB962C8B-B14F-4D97-AF65-F5344CB8AC3E}">
        <p14:creationId xmlns:p14="http://schemas.microsoft.com/office/powerpoint/2010/main" val="3537109019"/>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300" name="Rectangle 1026"/>
          <p:cNvSpPr>
            <a:spLocks noGrp="1" noChangeArrowheads="1"/>
          </p:cNvSpPr>
          <p:nvPr>
            <p:ph type="title"/>
          </p:nvPr>
        </p:nvSpPr>
        <p:spPr/>
        <p:txBody>
          <a:bodyPr/>
          <a:lstStyle/>
          <a:p>
            <a:r>
              <a:rPr lang="en-US" altLang="en-US" dirty="0"/>
              <a:t>Paris Paper</a:t>
            </a:r>
          </a:p>
        </p:txBody>
      </p:sp>
      <p:pic>
        <p:nvPicPr>
          <p:cNvPr id="3" name="Picture 2"/>
          <p:cNvPicPr>
            <a:picLocks noChangeAspect="1"/>
          </p:cNvPicPr>
          <p:nvPr/>
        </p:nvPicPr>
        <p:blipFill>
          <a:blip r:embed="rId3"/>
          <a:stretch>
            <a:fillRect/>
          </a:stretch>
        </p:blipFill>
        <p:spPr>
          <a:xfrm>
            <a:off x="-24240" y="2132856"/>
            <a:ext cx="9099349" cy="3600400"/>
          </a:xfrm>
          <a:prstGeom prst="rect">
            <a:avLst/>
          </a:prstGeom>
        </p:spPr>
      </p:pic>
    </p:spTree>
    <p:extLst>
      <p:ext uri="{BB962C8B-B14F-4D97-AF65-F5344CB8AC3E}">
        <p14:creationId xmlns:p14="http://schemas.microsoft.com/office/powerpoint/2010/main" val="2592882082"/>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300" name="Rectangle 1026"/>
          <p:cNvSpPr>
            <a:spLocks noGrp="1" noChangeArrowheads="1"/>
          </p:cNvSpPr>
          <p:nvPr>
            <p:ph type="title"/>
          </p:nvPr>
        </p:nvSpPr>
        <p:spPr/>
        <p:txBody>
          <a:bodyPr/>
          <a:lstStyle/>
          <a:p>
            <a:r>
              <a:rPr lang="en-US" altLang="en-US" dirty="0"/>
              <a:t>Paris Paper</a:t>
            </a:r>
          </a:p>
        </p:txBody>
      </p:sp>
      <p:pic>
        <p:nvPicPr>
          <p:cNvPr id="2" name="Picture 1"/>
          <p:cNvPicPr>
            <a:picLocks noChangeAspect="1"/>
          </p:cNvPicPr>
          <p:nvPr/>
        </p:nvPicPr>
        <p:blipFill>
          <a:blip r:embed="rId3"/>
          <a:stretch>
            <a:fillRect/>
          </a:stretch>
        </p:blipFill>
        <p:spPr>
          <a:xfrm>
            <a:off x="1475656" y="1772816"/>
            <a:ext cx="6192688" cy="4834933"/>
          </a:xfrm>
          <a:prstGeom prst="rect">
            <a:avLst/>
          </a:prstGeom>
        </p:spPr>
      </p:pic>
    </p:spTree>
    <p:extLst>
      <p:ext uri="{BB962C8B-B14F-4D97-AF65-F5344CB8AC3E}">
        <p14:creationId xmlns:p14="http://schemas.microsoft.com/office/powerpoint/2010/main" val="1661688403"/>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300" name="Rectangle 1026"/>
          <p:cNvSpPr>
            <a:spLocks noGrp="1" noChangeArrowheads="1"/>
          </p:cNvSpPr>
          <p:nvPr>
            <p:ph type="title"/>
          </p:nvPr>
        </p:nvSpPr>
        <p:spPr/>
        <p:txBody>
          <a:bodyPr/>
          <a:lstStyle/>
          <a:p>
            <a:r>
              <a:rPr lang="en-US" altLang="en-US" dirty="0"/>
              <a:t>Paris Paper</a:t>
            </a:r>
          </a:p>
        </p:txBody>
      </p:sp>
      <p:pic>
        <p:nvPicPr>
          <p:cNvPr id="3" name="Picture 2"/>
          <p:cNvPicPr>
            <a:picLocks noChangeAspect="1"/>
          </p:cNvPicPr>
          <p:nvPr/>
        </p:nvPicPr>
        <p:blipFill>
          <a:blip r:embed="rId3"/>
          <a:stretch>
            <a:fillRect/>
          </a:stretch>
        </p:blipFill>
        <p:spPr>
          <a:xfrm>
            <a:off x="1223628" y="1772816"/>
            <a:ext cx="6696744" cy="4762924"/>
          </a:xfrm>
          <a:prstGeom prst="rect">
            <a:avLst/>
          </a:prstGeom>
        </p:spPr>
      </p:pic>
    </p:spTree>
    <p:extLst>
      <p:ext uri="{BB962C8B-B14F-4D97-AF65-F5344CB8AC3E}">
        <p14:creationId xmlns:p14="http://schemas.microsoft.com/office/powerpoint/2010/main" val="2477126878"/>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Date Placeholder 3"/>
          <p:cNvSpPr>
            <a:spLocks noGrp="1"/>
          </p:cNvSpPr>
          <p:nvPr>
            <p:ph type="dt"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600" b="1">
                <a:solidFill>
                  <a:schemeClr val="tx1"/>
                </a:solidFill>
                <a:latin typeface="Arial" panose="020B0604020202020204" pitchFamily="34" charset="0"/>
              </a:defRPr>
            </a:lvl1pPr>
            <a:lvl2pPr marL="742950" indent="-285750">
              <a:spcBef>
                <a:spcPct val="20000"/>
              </a:spcBef>
              <a:buChar char="–"/>
              <a:defRPr sz="3200" b="1">
                <a:solidFill>
                  <a:schemeClr val="tx1"/>
                </a:solidFill>
                <a:latin typeface="Arial" panose="020B0604020202020204" pitchFamily="34" charset="0"/>
              </a:defRPr>
            </a:lvl2pPr>
            <a:lvl3pPr marL="1143000" indent="-228600">
              <a:spcBef>
                <a:spcPct val="20000"/>
              </a:spcBef>
              <a:buChar char="•"/>
              <a:defRPr sz="3000" b="1">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0"/>
              </a:spcBef>
              <a:buFontTx/>
              <a:buNone/>
            </a:pPr>
            <a:fld id="{267A5CC8-7C0C-4EDA-8A79-F5EE51272049}" type="slidenum">
              <a:rPr lang="en-US" altLang="en-US" sz="1600" smtClean="0"/>
              <a:pPr>
                <a:spcBef>
                  <a:spcPct val="0"/>
                </a:spcBef>
                <a:buFontTx/>
                <a:buNone/>
              </a:pPr>
              <a:t>40</a:t>
            </a:fld>
            <a:endParaRPr lang="en-US" altLang="en-US" sz="1600"/>
          </a:p>
        </p:txBody>
      </p:sp>
      <p:sp>
        <p:nvSpPr>
          <p:cNvPr id="55299" name="Footer Placeholder 4"/>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600" b="1">
                <a:solidFill>
                  <a:schemeClr val="tx1"/>
                </a:solidFill>
                <a:latin typeface="Arial" panose="020B0604020202020204" pitchFamily="34" charset="0"/>
              </a:defRPr>
            </a:lvl1pPr>
            <a:lvl2pPr marL="742950" indent="-285750">
              <a:spcBef>
                <a:spcPct val="20000"/>
              </a:spcBef>
              <a:buChar char="–"/>
              <a:defRPr sz="3200" b="1">
                <a:solidFill>
                  <a:schemeClr val="tx1"/>
                </a:solidFill>
                <a:latin typeface="Arial" panose="020B0604020202020204" pitchFamily="34" charset="0"/>
              </a:defRPr>
            </a:lvl2pPr>
            <a:lvl3pPr marL="1143000" indent="-228600">
              <a:spcBef>
                <a:spcPct val="20000"/>
              </a:spcBef>
              <a:buChar char="•"/>
              <a:defRPr sz="3000" b="1">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0"/>
              </a:spcBef>
              <a:buFontTx/>
              <a:buNone/>
            </a:pPr>
            <a:r>
              <a:rPr lang="en-US" altLang="en-US" sz="1400" b="0"/>
              <a:t>Jiangyu Li, University of Washington</a:t>
            </a:r>
          </a:p>
        </p:txBody>
      </p:sp>
      <p:sp>
        <p:nvSpPr>
          <p:cNvPr id="55300" name="Rectangle 1026"/>
          <p:cNvSpPr>
            <a:spLocks noGrp="1" noChangeArrowheads="1"/>
          </p:cNvSpPr>
          <p:nvPr>
            <p:ph type="title"/>
          </p:nvPr>
        </p:nvSpPr>
        <p:spPr/>
        <p:txBody>
          <a:bodyPr/>
          <a:lstStyle/>
          <a:p>
            <a:r>
              <a:rPr lang="en-US" altLang="zh-CN" dirty="0"/>
              <a:t>Fatigue Crack Growth</a:t>
            </a:r>
            <a:endParaRPr lang="en-US" altLang="en-US" dirty="0"/>
          </a:p>
        </p:txBody>
      </p:sp>
      <p:sp>
        <p:nvSpPr>
          <p:cNvPr id="55302" name="TextBox 2"/>
          <p:cNvSpPr txBox="1">
            <a:spLocks noChangeArrowheads="1"/>
          </p:cNvSpPr>
          <p:nvPr/>
        </p:nvSpPr>
        <p:spPr bwMode="auto">
          <a:xfrm>
            <a:off x="2771775" y="4029075"/>
            <a:ext cx="350838"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lang="en-US" altLang="en-US" b="1">
                <a:solidFill>
                  <a:schemeClr val="bg1"/>
                </a:solidFill>
              </a:rPr>
              <a:t>D</a:t>
            </a:r>
          </a:p>
        </p:txBody>
      </p:sp>
      <p:pic>
        <p:nvPicPr>
          <p:cNvPr id="3" name="Picture 2"/>
          <p:cNvPicPr>
            <a:picLocks noChangeAspect="1"/>
          </p:cNvPicPr>
          <p:nvPr/>
        </p:nvPicPr>
        <p:blipFill>
          <a:blip r:embed="rId3"/>
          <a:stretch>
            <a:fillRect/>
          </a:stretch>
        </p:blipFill>
        <p:spPr>
          <a:xfrm>
            <a:off x="422671" y="1956587"/>
            <a:ext cx="8264129" cy="2706053"/>
          </a:xfrm>
          <a:prstGeom prst="rect">
            <a:avLst/>
          </a:prstGeom>
        </p:spPr>
      </p:pic>
      <p:pic>
        <p:nvPicPr>
          <p:cNvPr id="4" name="Picture 3"/>
          <p:cNvPicPr>
            <a:picLocks noChangeAspect="1"/>
          </p:cNvPicPr>
          <p:nvPr/>
        </p:nvPicPr>
        <p:blipFill>
          <a:blip r:embed="rId4"/>
          <a:stretch>
            <a:fillRect/>
          </a:stretch>
        </p:blipFill>
        <p:spPr>
          <a:xfrm>
            <a:off x="3150517" y="4555912"/>
            <a:ext cx="2842966" cy="848942"/>
          </a:xfrm>
          <a:prstGeom prst="rect">
            <a:avLst/>
          </a:prstGeom>
        </p:spPr>
      </p:pic>
      <p:pic>
        <p:nvPicPr>
          <p:cNvPr id="6" name="Picture 5"/>
          <p:cNvPicPr>
            <a:picLocks noChangeAspect="1"/>
          </p:cNvPicPr>
          <p:nvPr/>
        </p:nvPicPr>
        <p:blipFill>
          <a:blip r:embed="rId5"/>
          <a:stretch>
            <a:fillRect/>
          </a:stretch>
        </p:blipFill>
        <p:spPr>
          <a:xfrm>
            <a:off x="3125200" y="5404853"/>
            <a:ext cx="2614240" cy="1165809"/>
          </a:xfrm>
          <a:prstGeom prst="rect">
            <a:avLst/>
          </a:prstGeom>
        </p:spPr>
      </p:pic>
    </p:spTree>
    <p:extLst>
      <p:ext uri="{BB962C8B-B14F-4D97-AF65-F5344CB8AC3E}">
        <p14:creationId xmlns:p14="http://schemas.microsoft.com/office/powerpoint/2010/main" val="679761386"/>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Date Placeholder 3"/>
          <p:cNvSpPr>
            <a:spLocks noGrp="1"/>
          </p:cNvSpPr>
          <p:nvPr>
            <p:ph type="dt"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600" b="1">
                <a:solidFill>
                  <a:schemeClr val="tx1"/>
                </a:solidFill>
                <a:latin typeface="Arial" panose="020B0604020202020204" pitchFamily="34" charset="0"/>
              </a:defRPr>
            </a:lvl1pPr>
            <a:lvl2pPr marL="742950" indent="-285750">
              <a:spcBef>
                <a:spcPct val="20000"/>
              </a:spcBef>
              <a:buChar char="–"/>
              <a:defRPr sz="3200" b="1">
                <a:solidFill>
                  <a:schemeClr val="tx1"/>
                </a:solidFill>
                <a:latin typeface="Arial" panose="020B0604020202020204" pitchFamily="34" charset="0"/>
              </a:defRPr>
            </a:lvl2pPr>
            <a:lvl3pPr marL="1143000" indent="-228600">
              <a:spcBef>
                <a:spcPct val="20000"/>
              </a:spcBef>
              <a:buChar char="•"/>
              <a:defRPr sz="3000" b="1">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0"/>
              </a:spcBef>
              <a:buFontTx/>
              <a:buNone/>
            </a:pPr>
            <a:fld id="{267A5CC8-7C0C-4EDA-8A79-F5EE51272049}" type="slidenum">
              <a:rPr lang="en-US" altLang="en-US" sz="1600" smtClean="0"/>
              <a:pPr>
                <a:spcBef>
                  <a:spcPct val="0"/>
                </a:spcBef>
                <a:buFontTx/>
                <a:buNone/>
              </a:pPr>
              <a:t>41</a:t>
            </a:fld>
            <a:endParaRPr lang="en-US" altLang="en-US" sz="1600"/>
          </a:p>
        </p:txBody>
      </p:sp>
      <p:sp>
        <p:nvSpPr>
          <p:cNvPr id="55299" name="Footer Placeholder 4"/>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600" b="1">
                <a:solidFill>
                  <a:schemeClr val="tx1"/>
                </a:solidFill>
                <a:latin typeface="Arial" panose="020B0604020202020204" pitchFamily="34" charset="0"/>
              </a:defRPr>
            </a:lvl1pPr>
            <a:lvl2pPr marL="742950" indent="-285750">
              <a:spcBef>
                <a:spcPct val="20000"/>
              </a:spcBef>
              <a:buChar char="–"/>
              <a:defRPr sz="3200" b="1">
                <a:solidFill>
                  <a:schemeClr val="tx1"/>
                </a:solidFill>
                <a:latin typeface="Arial" panose="020B0604020202020204" pitchFamily="34" charset="0"/>
              </a:defRPr>
            </a:lvl2pPr>
            <a:lvl3pPr marL="1143000" indent="-228600">
              <a:spcBef>
                <a:spcPct val="20000"/>
              </a:spcBef>
              <a:buChar char="•"/>
              <a:defRPr sz="3000" b="1">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0"/>
              </a:spcBef>
              <a:buFontTx/>
              <a:buNone/>
            </a:pPr>
            <a:r>
              <a:rPr lang="en-US" altLang="en-US" sz="1400" b="0"/>
              <a:t>Jiangyu Li, University of Washington</a:t>
            </a:r>
          </a:p>
        </p:txBody>
      </p:sp>
      <p:sp>
        <p:nvSpPr>
          <p:cNvPr id="55300" name="Rectangle 1026"/>
          <p:cNvSpPr>
            <a:spLocks noGrp="1" noChangeArrowheads="1"/>
          </p:cNvSpPr>
          <p:nvPr>
            <p:ph type="title"/>
          </p:nvPr>
        </p:nvSpPr>
        <p:spPr/>
        <p:txBody>
          <a:bodyPr/>
          <a:lstStyle/>
          <a:p>
            <a:r>
              <a:rPr lang="en-US" altLang="zh-CN" dirty="0"/>
              <a:t>Periodic Inspection</a:t>
            </a:r>
            <a:endParaRPr lang="en-US" altLang="en-US" dirty="0"/>
          </a:p>
        </p:txBody>
      </p:sp>
      <p:sp>
        <p:nvSpPr>
          <p:cNvPr id="55302" name="TextBox 2"/>
          <p:cNvSpPr txBox="1">
            <a:spLocks noChangeArrowheads="1"/>
          </p:cNvSpPr>
          <p:nvPr/>
        </p:nvSpPr>
        <p:spPr bwMode="auto">
          <a:xfrm>
            <a:off x="2771775" y="4029075"/>
            <a:ext cx="350838"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lang="en-US" altLang="en-US" b="1">
                <a:solidFill>
                  <a:schemeClr val="bg1"/>
                </a:solidFill>
              </a:rPr>
              <a:t>D</a:t>
            </a:r>
          </a:p>
        </p:txBody>
      </p:sp>
      <p:pic>
        <p:nvPicPr>
          <p:cNvPr id="2" name="Picture 1"/>
          <p:cNvPicPr>
            <a:picLocks noChangeAspect="1"/>
          </p:cNvPicPr>
          <p:nvPr/>
        </p:nvPicPr>
        <p:blipFill>
          <a:blip r:embed="rId3"/>
          <a:stretch>
            <a:fillRect/>
          </a:stretch>
        </p:blipFill>
        <p:spPr>
          <a:xfrm>
            <a:off x="457531" y="2348880"/>
            <a:ext cx="8369872" cy="2736304"/>
          </a:xfrm>
          <a:prstGeom prst="rect">
            <a:avLst/>
          </a:prstGeom>
        </p:spPr>
      </p:pic>
    </p:spTree>
    <p:extLst>
      <p:ext uri="{BB962C8B-B14F-4D97-AF65-F5344CB8AC3E}">
        <p14:creationId xmlns:p14="http://schemas.microsoft.com/office/powerpoint/2010/main" val="3259622643"/>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Date Placeholder 3"/>
          <p:cNvSpPr>
            <a:spLocks noGrp="1"/>
          </p:cNvSpPr>
          <p:nvPr>
            <p:ph type="dt"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600" b="1">
                <a:solidFill>
                  <a:schemeClr val="tx1"/>
                </a:solidFill>
                <a:latin typeface="Arial" panose="020B0604020202020204" pitchFamily="34" charset="0"/>
              </a:defRPr>
            </a:lvl1pPr>
            <a:lvl2pPr marL="742950" indent="-285750">
              <a:spcBef>
                <a:spcPct val="20000"/>
              </a:spcBef>
              <a:buChar char="–"/>
              <a:defRPr sz="3200" b="1">
                <a:solidFill>
                  <a:schemeClr val="tx1"/>
                </a:solidFill>
                <a:latin typeface="Arial" panose="020B0604020202020204" pitchFamily="34" charset="0"/>
              </a:defRPr>
            </a:lvl2pPr>
            <a:lvl3pPr marL="1143000" indent="-228600">
              <a:spcBef>
                <a:spcPct val="20000"/>
              </a:spcBef>
              <a:buChar char="•"/>
              <a:defRPr sz="3000" b="1">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0"/>
              </a:spcBef>
              <a:buFontTx/>
              <a:buNone/>
            </a:pPr>
            <a:fld id="{267A5CC8-7C0C-4EDA-8A79-F5EE51272049}" type="slidenum">
              <a:rPr lang="en-US" altLang="en-US" sz="1600" smtClean="0"/>
              <a:pPr>
                <a:spcBef>
                  <a:spcPct val="0"/>
                </a:spcBef>
                <a:buFontTx/>
                <a:buNone/>
              </a:pPr>
              <a:t>42</a:t>
            </a:fld>
            <a:endParaRPr lang="en-US" altLang="en-US" sz="1600"/>
          </a:p>
        </p:txBody>
      </p:sp>
      <p:sp>
        <p:nvSpPr>
          <p:cNvPr id="55299" name="Footer Placeholder 4"/>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600" b="1">
                <a:solidFill>
                  <a:schemeClr val="tx1"/>
                </a:solidFill>
                <a:latin typeface="Arial" panose="020B0604020202020204" pitchFamily="34" charset="0"/>
              </a:defRPr>
            </a:lvl1pPr>
            <a:lvl2pPr marL="742950" indent="-285750">
              <a:spcBef>
                <a:spcPct val="20000"/>
              </a:spcBef>
              <a:buChar char="–"/>
              <a:defRPr sz="3200" b="1">
                <a:solidFill>
                  <a:schemeClr val="tx1"/>
                </a:solidFill>
                <a:latin typeface="Arial" panose="020B0604020202020204" pitchFamily="34" charset="0"/>
              </a:defRPr>
            </a:lvl2pPr>
            <a:lvl3pPr marL="1143000" indent="-228600">
              <a:spcBef>
                <a:spcPct val="20000"/>
              </a:spcBef>
              <a:buChar char="•"/>
              <a:defRPr sz="3000" b="1">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0"/>
              </a:spcBef>
              <a:buFontTx/>
              <a:buNone/>
            </a:pPr>
            <a:r>
              <a:rPr lang="en-US" altLang="en-US" sz="1400" b="0"/>
              <a:t>Jiangyu Li, University of Washington</a:t>
            </a:r>
          </a:p>
        </p:txBody>
      </p:sp>
      <p:sp>
        <p:nvSpPr>
          <p:cNvPr id="55300" name="Rectangle 1026"/>
          <p:cNvSpPr>
            <a:spLocks noGrp="1" noChangeArrowheads="1"/>
          </p:cNvSpPr>
          <p:nvPr>
            <p:ph type="title"/>
          </p:nvPr>
        </p:nvSpPr>
        <p:spPr/>
        <p:txBody>
          <a:bodyPr/>
          <a:lstStyle/>
          <a:p>
            <a:r>
              <a:rPr lang="en-US" altLang="zh-CN" dirty="0"/>
              <a:t>Key Parameter</a:t>
            </a:r>
            <a:endParaRPr lang="en-US" altLang="en-US" dirty="0"/>
          </a:p>
        </p:txBody>
      </p:sp>
      <p:sp>
        <p:nvSpPr>
          <p:cNvPr id="55302" name="TextBox 2"/>
          <p:cNvSpPr txBox="1">
            <a:spLocks noChangeArrowheads="1"/>
          </p:cNvSpPr>
          <p:nvPr/>
        </p:nvSpPr>
        <p:spPr bwMode="auto">
          <a:xfrm>
            <a:off x="2771775" y="4029075"/>
            <a:ext cx="350838"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lang="en-US" altLang="en-US" b="1">
                <a:solidFill>
                  <a:schemeClr val="bg1"/>
                </a:solidFill>
              </a:rPr>
              <a:t>D</a:t>
            </a:r>
          </a:p>
        </p:txBody>
      </p:sp>
      <p:pic>
        <p:nvPicPr>
          <p:cNvPr id="3" name="Picture 2"/>
          <p:cNvPicPr>
            <a:picLocks noChangeAspect="1"/>
          </p:cNvPicPr>
          <p:nvPr/>
        </p:nvPicPr>
        <p:blipFill>
          <a:blip r:embed="rId3"/>
          <a:stretch>
            <a:fillRect/>
          </a:stretch>
        </p:blipFill>
        <p:spPr>
          <a:xfrm>
            <a:off x="179511" y="2053456"/>
            <a:ext cx="8665377" cy="3967831"/>
          </a:xfrm>
          <a:prstGeom prst="rect">
            <a:avLst/>
          </a:prstGeom>
        </p:spPr>
      </p:pic>
    </p:spTree>
    <p:extLst>
      <p:ext uri="{BB962C8B-B14F-4D97-AF65-F5344CB8AC3E}">
        <p14:creationId xmlns:p14="http://schemas.microsoft.com/office/powerpoint/2010/main" val="2940922282"/>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Date Placeholder 3"/>
          <p:cNvSpPr>
            <a:spLocks noGrp="1"/>
          </p:cNvSpPr>
          <p:nvPr>
            <p:ph type="dt"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600" b="1">
                <a:solidFill>
                  <a:schemeClr val="tx1"/>
                </a:solidFill>
                <a:latin typeface="Arial" panose="020B0604020202020204" pitchFamily="34" charset="0"/>
              </a:defRPr>
            </a:lvl1pPr>
            <a:lvl2pPr marL="742950" indent="-285750">
              <a:spcBef>
                <a:spcPct val="20000"/>
              </a:spcBef>
              <a:buChar char="–"/>
              <a:defRPr sz="3200" b="1">
                <a:solidFill>
                  <a:schemeClr val="tx1"/>
                </a:solidFill>
                <a:latin typeface="Arial" panose="020B0604020202020204" pitchFamily="34" charset="0"/>
              </a:defRPr>
            </a:lvl2pPr>
            <a:lvl3pPr marL="1143000" indent="-228600">
              <a:spcBef>
                <a:spcPct val="20000"/>
              </a:spcBef>
              <a:buChar char="•"/>
              <a:defRPr sz="3000" b="1">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0"/>
              </a:spcBef>
              <a:buFontTx/>
              <a:buNone/>
            </a:pPr>
            <a:fld id="{267A5CC8-7C0C-4EDA-8A79-F5EE51272049}" type="slidenum">
              <a:rPr lang="en-US" altLang="en-US" sz="1600" smtClean="0"/>
              <a:pPr>
                <a:spcBef>
                  <a:spcPct val="0"/>
                </a:spcBef>
                <a:buFontTx/>
                <a:buNone/>
              </a:pPr>
              <a:t>43</a:t>
            </a:fld>
            <a:endParaRPr lang="en-US" altLang="en-US" sz="1600"/>
          </a:p>
        </p:txBody>
      </p:sp>
      <p:sp>
        <p:nvSpPr>
          <p:cNvPr id="55299" name="Footer Placeholder 4"/>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600" b="1">
                <a:solidFill>
                  <a:schemeClr val="tx1"/>
                </a:solidFill>
                <a:latin typeface="Arial" panose="020B0604020202020204" pitchFamily="34" charset="0"/>
              </a:defRPr>
            </a:lvl1pPr>
            <a:lvl2pPr marL="742950" indent="-285750">
              <a:spcBef>
                <a:spcPct val="20000"/>
              </a:spcBef>
              <a:buChar char="–"/>
              <a:defRPr sz="3200" b="1">
                <a:solidFill>
                  <a:schemeClr val="tx1"/>
                </a:solidFill>
                <a:latin typeface="Arial" panose="020B0604020202020204" pitchFamily="34" charset="0"/>
              </a:defRPr>
            </a:lvl2pPr>
            <a:lvl3pPr marL="1143000" indent="-228600">
              <a:spcBef>
                <a:spcPct val="20000"/>
              </a:spcBef>
              <a:buChar char="•"/>
              <a:defRPr sz="3000" b="1">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0"/>
              </a:spcBef>
              <a:buFontTx/>
              <a:buNone/>
            </a:pPr>
            <a:r>
              <a:rPr lang="en-US" altLang="en-US" sz="1400" b="0"/>
              <a:t>Jiangyu Li, University of Washington</a:t>
            </a:r>
          </a:p>
        </p:txBody>
      </p:sp>
      <p:sp>
        <p:nvSpPr>
          <p:cNvPr id="55300" name="Rectangle 1026"/>
          <p:cNvSpPr>
            <a:spLocks noGrp="1" noChangeArrowheads="1"/>
          </p:cNvSpPr>
          <p:nvPr>
            <p:ph type="title"/>
          </p:nvPr>
        </p:nvSpPr>
        <p:spPr/>
        <p:txBody>
          <a:bodyPr/>
          <a:lstStyle/>
          <a:p>
            <a:r>
              <a:rPr lang="en-US" altLang="zh-CN" dirty="0"/>
              <a:t>Paris Law</a:t>
            </a:r>
            <a:endParaRPr lang="en-US" altLang="en-US" dirty="0"/>
          </a:p>
        </p:txBody>
      </p:sp>
      <p:sp>
        <p:nvSpPr>
          <p:cNvPr id="55302" name="TextBox 2"/>
          <p:cNvSpPr txBox="1">
            <a:spLocks noChangeArrowheads="1"/>
          </p:cNvSpPr>
          <p:nvPr/>
        </p:nvSpPr>
        <p:spPr bwMode="auto">
          <a:xfrm>
            <a:off x="2771775" y="4029075"/>
            <a:ext cx="350838"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lang="en-US" altLang="en-US" b="1">
                <a:solidFill>
                  <a:schemeClr val="bg1"/>
                </a:solidFill>
              </a:rPr>
              <a:t>D</a:t>
            </a:r>
          </a:p>
        </p:txBody>
      </p:sp>
      <p:pic>
        <p:nvPicPr>
          <p:cNvPr id="2" name="Picture 1"/>
          <p:cNvPicPr>
            <a:picLocks noChangeAspect="1"/>
          </p:cNvPicPr>
          <p:nvPr/>
        </p:nvPicPr>
        <p:blipFill>
          <a:blip r:embed="rId3"/>
          <a:stretch>
            <a:fillRect/>
          </a:stretch>
        </p:blipFill>
        <p:spPr>
          <a:xfrm>
            <a:off x="457200" y="1628800"/>
            <a:ext cx="4330824" cy="5077517"/>
          </a:xfrm>
          <a:prstGeom prst="rect">
            <a:avLst/>
          </a:prstGeom>
        </p:spPr>
      </p:pic>
      <p:pic>
        <p:nvPicPr>
          <p:cNvPr id="4" name="Picture 3"/>
          <p:cNvPicPr>
            <a:picLocks noChangeAspect="1"/>
          </p:cNvPicPr>
          <p:nvPr/>
        </p:nvPicPr>
        <p:blipFill>
          <a:blip r:embed="rId4"/>
          <a:stretch>
            <a:fillRect/>
          </a:stretch>
        </p:blipFill>
        <p:spPr>
          <a:xfrm>
            <a:off x="5276469" y="3149658"/>
            <a:ext cx="3116181" cy="1249718"/>
          </a:xfrm>
          <a:prstGeom prst="rect">
            <a:avLst/>
          </a:prstGeom>
        </p:spPr>
      </p:pic>
    </p:spTree>
    <p:extLst>
      <p:ext uri="{BB962C8B-B14F-4D97-AF65-F5344CB8AC3E}">
        <p14:creationId xmlns:p14="http://schemas.microsoft.com/office/powerpoint/2010/main" val="2804652258"/>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Date Placeholder 3"/>
          <p:cNvSpPr>
            <a:spLocks noGrp="1"/>
          </p:cNvSpPr>
          <p:nvPr>
            <p:ph type="dt"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600" b="1">
                <a:solidFill>
                  <a:schemeClr val="tx1"/>
                </a:solidFill>
                <a:latin typeface="Arial" panose="020B0604020202020204" pitchFamily="34" charset="0"/>
              </a:defRPr>
            </a:lvl1pPr>
            <a:lvl2pPr marL="742950" indent="-285750">
              <a:spcBef>
                <a:spcPct val="20000"/>
              </a:spcBef>
              <a:buChar char="–"/>
              <a:defRPr sz="3200" b="1">
                <a:solidFill>
                  <a:schemeClr val="tx1"/>
                </a:solidFill>
                <a:latin typeface="Arial" panose="020B0604020202020204" pitchFamily="34" charset="0"/>
              </a:defRPr>
            </a:lvl2pPr>
            <a:lvl3pPr marL="1143000" indent="-228600">
              <a:spcBef>
                <a:spcPct val="20000"/>
              </a:spcBef>
              <a:buChar char="•"/>
              <a:defRPr sz="3000" b="1">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0"/>
              </a:spcBef>
              <a:buFontTx/>
              <a:buNone/>
            </a:pPr>
            <a:fld id="{267A5CC8-7C0C-4EDA-8A79-F5EE51272049}" type="slidenum">
              <a:rPr lang="en-US" altLang="en-US" sz="1600" smtClean="0"/>
              <a:pPr>
                <a:spcBef>
                  <a:spcPct val="0"/>
                </a:spcBef>
                <a:buFontTx/>
                <a:buNone/>
              </a:pPr>
              <a:t>44</a:t>
            </a:fld>
            <a:endParaRPr lang="en-US" altLang="en-US" sz="1600"/>
          </a:p>
        </p:txBody>
      </p:sp>
      <p:sp>
        <p:nvSpPr>
          <p:cNvPr id="55300" name="Rectangle 1026"/>
          <p:cNvSpPr>
            <a:spLocks noGrp="1" noChangeArrowheads="1"/>
          </p:cNvSpPr>
          <p:nvPr>
            <p:ph type="title"/>
          </p:nvPr>
        </p:nvSpPr>
        <p:spPr/>
        <p:txBody>
          <a:bodyPr/>
          <a:lstStyle/>
          <a:p>
            <a:r>
              <a:rPr lang="en-US" altLang="zh-CN" dirty="0"/>
              <a:t>Effect of R</a:t>
            </a:r>
            <a:endParaRPr lang="en-US" altLang="en-US" dirty="0"/>
          </a:p>
        </p:txBody>
      </p:sp>
      <p:sp>
        <p:nvSpPr>
          <p:cNvPr id="55302" name="TextBox 2"/>
          <p:cNvSpPr txBox="1">
            <a:spLocks noChangeArrowheads="1"/>
          </p:cNvSpPr>
          <p:nvPr/>
        </p:nvSpPr>
        <p:spPr bwMode="auto">
          <a:xfrm>
            <a:off x="2771775" y="4029075"/>
            <a:ext cx="350838"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lang="en-US" altLang="en-US" b="1">
                <a:solidFill>
                  <a:schemeClr val="bg1"/>
                </a:solidFill>
              </a:rPr>
              <a:t>D</a:t>
            </a:r>
          </a:p>
        </p:txBody>
      </p:sp>
      <p:pic>
        <p:nvPicPr>
          <p:cNvPr id="3" name="Picture 2"/>
          <p:cNvPicPr>
            <a:picLocks noChangeAspect="1"/>
          </p:cNvPicPr>
          <p:nvPr/>
        </p:nvPicPr>
        <p:blipFill>
          <a:blip r:embed="rId3"/>
          <a:stretch>
            <a:fillRect/>
          </a:stretch>
        </p:blipFill>
        <p:spPr>
          <a:xfrm>
            <a:off x="2375756" y="1675348"/>
            <a:ext cx="4644516" cy="4977554"/>
          </a:xfrm>
          <a:prstGeom prst="rect">
            <a:avLst/>
          </a:prstGeom>
        </p:spPr>
      </p:pic>
    </p:spTree>
    <p:extLst>
      <p:ext uri="{BB962C8B-B14F-4D97-AF65-F5344CB8AC3E}">
        <p14:creationId xmlns:p14="http://schemas.microsoft.com/office/powerpoint/2010/main" val="3683638202"/>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Date Placeholder 3"/>
          <p:cNvSpPr>
            <a:spLocks noGrp="1"/>
          </p:cNvSpPr>
          <p:nvPr>
            <p:ph type="dt"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600" b="1">
                <a:solidFill>
                  <a:schemeClr val="tx1"/>
                </a:solidFill>
                <a:latin typeface="Arial" panose="020B0604020202020204" pitchFamily="34" charset="0"/>
              </a:defRPr>
            </a:lvl1pPr>
            <a:lvl2pPr marL="742950" indent="-285750">
              <a:spcBef>
                <a:spcPct val="20000"/>
              </a:spcBef>
              <a:buChar char="–"/>
              <a:defRPr sz="3200" b="1">
                <a:solidFill>
                  <a:schemeClr val="tx1"/>
                </a:solidFill>
                <a:latin typeface="Arial" panose="020B0604020202020204" pitchFamily="34" charset="0"/>
              </a:defRPr>
            </a:lvl2pPr>
            <a:lvl3pPr marL="1143000" indent="-228600">
              <a:spcBef>
                <a:spcPct val="20000"/>
              </a:spcBef>
              <a:buChar char="•"/>
              <a:defRPr sz="3000" b="1">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0"/>
              </a:spcBef>
              <a:buFontTx/>
              <a:buNone/>
            </a:pPr>
            <a:fld id="{267A5CC8-7C0C-4EDA-8A79-F5EE51272049}" type="slidenum">
              <a:rPr lang="en-US" altLang="en-US" sz="1600" smtClean="0"/>
              <a:pPr>
                <a:spcBef>
                  <a:spcPct val="0"/>
                </a:spcBef>
                <a:buFontTx/>
                <a:buNone/>
              </a:pPr>
              <a:t>45</a:t>
            </a:fld>
            <a:endParaRPr lang="en-US" altLang="en-US" sz="1600"/>
          </a:p>
        </p:txBody>
      </p:sp>
      <p:sp>
        <p:nvSpPr>
          <p:cNvPr id="55300" name="Rectangle 1026"/>
          <p:cNvSpPr>
            <a:spLocks noGrp="1" noChangeArrowheads="1"/>
          </p:cNvSpPr>
          <p:nvPr>
            <p:ph type="title"/>
          </p:nvPr>
        </p:nvSpPr>
        <p:spPr/>
        <p:txBody>
          <a:bodyPr/>
          <a:lstStyle/>
          <a:p>
            <a:r>
              <a:rPr lang="en-US" altLang="en-US" dirty="0"/>
              <a:t>Application</a:t>
            </a:r>
          </a:p>
        </p:txBody>
      </p:sp>
      <p:sp>
        <p:nvSpPr>
          <p:cNvPr id="55302" name="TextBox 2"/>
          <p:cNvSpPr txBox="1">
            <a:spLocks noChangeArrowheads="1"/>
          </p:cNvSpPr>
          <p:nvPr/>
        </p:nvSpPr>
        <p:spPr bwMode="auto">
          <a:xfrm>
            <a:off x="2771775" y="4029075"/>
            <a:ext cx="350838"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lang="en-US" altLang="en-US" b="1">
                <a:solidFill>
                  <a:schemeClr val="bg1"/>
                </a:solidFill>
              </a:rPr>
              <a:t>D</a:t>
            </a:r>
          </a:p>
        </p:txBody>
      </p:sp>
      <p:pic>
        <p:nvPicPr>
          <p:cNvPr id="5" name="Picture 4"/>
          <p:cNvPicPr>
            <a:picLocks noChangeAspect="1"/>
          </p:cNvPicPr>
          <p:nvPr/>
        </p:nvPicPr>
        <p:blipFill>
          <a:blip r:embed="rId3"/>
          <a:stretch>
            <a:fillRect/>
          </a:stretch>
        </p:blipFill>
        <p:spPr>
          <a:xfrm>
            <a:off x="1475656" y="1674106"/>
            <a:ext cx="6336704" cy="4804299"/>
          </a:xfrm>
          <a:prstGeom prst="rect">
            <a:avLst/>
          </a:prstGeom>
        </p:spPr>
      </p:pic>
    </p:spTree>
    <p:extLst>
      <p:ext uri="{BB962C8B-B14F-4D97-AF65-F5344CB8AC3E}">
        <p14:creationId xmlns:p14="http://schemas.microsoft.com/office/powerpoint/2010/main" val="414569445"/>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Date Placeholder 3"/>
          <p:cNvSpPr>
            <a:spLocks noGrp="1"/>
          </p:cNvSpPr>
          <p:nvPr>
            <p:ph type="dt"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600" b="1">
                <a:solidFill>
                  <a:schemeClr val="tx1"/>
                </a:solidFill>
                <a:latin typeface="Arial" panose="020B0604020202020204" pitchFamily="34" charset="0"/>
              </a:defRPr>
            </a:lvl1pPr>
            <a:lvl2pPr marL="742950" indent="-285750">
              <a:spcBef>
                <a:spcPct val="20000"/>
              </a:spcBef>
              <a:buChar char="–"/>
              <a:defRPr sz="3200" b="1">
                <a:solidFill>
                  <a:schemeClr val="tx1"/>
                </a:solidFill>
                <a:latin typeface="Arial" panose="020B0604020202020204" pitchFamily="34" charset="0"/>
              </a:defRPr>
            </a:lvl2pPr>
            <a:lvl3pPr marL="1143000" indent="-228600">
              <a:spcBef>
                <a:spcPct val="20000"/>
              </a:spcBef>
              <a:buChar char="•"/>
              <a:defRPr sz="3000" b="1">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0"/>
              </a:spcBef>
              <a:buFontTx/>
              <a:buNone/>
            </a:pPr>
            <a:fld id="{267A5CC8-7C0C-4EDA-8A79-F5EE51272049}" type="slidenum">
              <a:rPr lang="en-US" altLang="en-US" sz="1600" smtClean="0"/>
              <a:pPr>
                <a:spcBef>
                  <a:spcPct val="0"/>
                </a:spcBef>
                <a:buFontTx/>
                <a:buNone/>
              </a:pPr>
              <a:t>46</a:t>
            </a:fld>
            <a:endParaRPr lang="en-US" altLang="en-US" sz="1600"/>
          </a:p>
        </p:txBody>
      </p:sp>
      <p:sp>
        <p:nvSpPr>
          <p:cNvPr id="55300" name="Rectangle 1026"/>
          <p:cNvSpPr>
            <a:spLocks noGrp="1" noChangeArrowheads="1"/>
          </p:cNvSpPr>
          <p:nvPr>
            <p:ph type="title"/>
          </p:nvPr>
        </p:nvSpPr>
        <p:spPr/>
        <p:txBody>
          <a:bodyPr/>
          <a:lstStyle/>
          <a:p>
            <a:r>
              <a:rPr lang="en-US" altLang="en-US" dirty="0"/>
              <a:t>Testing</a:t>
            </a:r>
          </a:p>
        </p:txBody>
      </p:sp>
      <p:sp>
        <p:nvSpPr>
          <p:cNvPr id="55302" name="TextBox 2"/>
          <p:cNvSpPr txBox="1">
            <a:spLocks noChangeArrowheads="1"/>
          </p:cNvSpPr>
          <p:nvPr/>
        </p:nvSpPr>
        <p:spPr bwMode="auto">
          <a:xfrm>
            <a:off x="2771775" y="4029075"/>
            <a:ext cx="350838"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lang="en-US" altLang="en-US" b="1">
                <a:solidFill>
                  <a:schemeClr val="bg1"/>
                </a:solidFill>
              </a:rPr>
              <a:t>D</a:t>
            </a:r>
          </a:p>
        </p:txBody>
      </p:sp>
      <p:pic>
        <p:nvPicPr>
          <p:cNvPr id="2" name="Picture 1"/>
          <p:cNvPicPr>
            <a:picLocks noChangeAspect="1"/>
          </p:cNvPicPr>
          <p:nvPr/>
        </p:nvPicPr>
        <p:blipFill>
          <a:blip r:embed="rId3"/>
          <a:stretch>
            <a:fillRect/>
          </a:stretch>
        </p:blipFill>
        <p:spPr>
          <a:xfrm>
            <a:off x="755576" y="1901208"/>
            <a:ext cx="7664053" cy="4543000"/>
          </a:xfrm>
          <a:prstGeom prst="rect">
            <a:avLst/>
          </a:prstGeom>
        </p:spPr>
      </p:pic>
    </p:spTree>
    <p:extLst>
      <p:ext uri="{BB962C8B-B14F-4D97-AF65-F5344CB8AC3E}">
        <p14:creationId xmlns:p14="http://schemas.microsoft.com/office/powerpoint/2010/main" val="1571984190"/>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Date Placeholder 3"/>
          <p:cNvSpPr>
            <a:spLocks noGrp="1"/>
          </p:cNvSpPr>
          <p:nvPr>
            <p:ph type="dt"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600" b="1">
                <a:solidFill>
                  <a:schemeClr val="tx1"/>
                </a:solidFill>
                <a:latin typeface="Arial" panose="020B0604020202020204" pitchFamily="34" charset="0"/>
              </a:defRPr>
            </a:lvl1pPr>
            <a:lvl2pPr marL="742950" indent="-285750">
              <a:spcBef>
                <a:spcPct val="20000"/>
              </a:spcBef>
              <a:buChar char="–"/>
              <a:defRPr sz="3200" b="1">
                <a:solidFill>
                  <a:schemeClr val="tx1"/>
                </a:solidFill>
                <a:latin typeface="Arial" panose="020B0604020202020204" pitchFamily="34" charset="0"/>
              </a:defRPr>
            </a:lvl2pPr>
            <a:lvl3pPr marL="1143000" indent="-228600">
              <a:spcBef>
                <a:spcPct val="20000"/>
              </a:spcBef>
              <a:buChar char="•"/>
              <a:defRPr sz="3000" b="1">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0"/>
              </a:spcBef>
              <a:buFontTx/>
              <a:buNone/>
            </a:pPr>
            <a:fld id="{267A5CC8-7C0C-4EDA-8A79-F5EE51272049}" type="slidenum">
              <a:rPr lang="en-US" altLang="en-US" sz="1600" smtClean="0"/>
              <a:pPr>
                <a:spcBef>
                  <a:spcPct val="0"/>
                </a:spcBef>
                <a:buFontTx/>
                <a:buNone/>
              </a:pPr>
              <a:t>47</a:t>
            </a:fld>
            <a:endParaRPr lang="en-US" altLang="en-US" sz="1600"/>
          </a:p>
        </p:txBody>
      </p:sp>
      <p:sp>
        <p:nvSpPr>
          <p:cNvPr id="55300" name="Rectangle 1026"/>
          <p:cNvSpPr>
            <a:spLocks noGrp="1" noChangeArrowheads="1"/>
          </p:cNvSpPr>
          <p:nvPr>
            <p:ph type="title"/>
          </p:nvPr>
        </p:nvSpPr>
        <p:spPr/>
        <p:txBody>
          <a:bodyPr/>
          <a:lstStyle/>
          <a:p>
            <a:r>
              <a:rPr lang="en-US" altLang="en-US" dirty="0"/>
              <a:t>Testing</a:t>
            </a:r>
          </a:p>
        </p:txBody>
      </p:sp>
      <p:sp>
        <p:nvSpPr>
          <p:cNvPr id="55302" name="TextBox 2"/>
          <p:cNvSpPr txBox="1">
            <a:spLocks noChangeArrowheads="1"/>
          </p:cNvSpPr>
          <p:nvPr/>
        </p:nvSpPr>
        <p:spPr bwMode="auto">
          <a:xfrm>
            <a:off x="2771775" y="4029075"/>
            <a:ext cx="350838"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lang="en-US" altLang="en-US" b="1">
                <a:solidFill>
                  <a:schemeClr val="bg1"/>
                </a:solidFill>
              </a:rPr>
              <a:t>D</a:t>
            </a:r>
          </a:p>
        </p:txBody>
      </p:sp>
      <p:pic>
        <p:nvPicPr>
          <p:cNvPr id="3" name="Picture 2"/>
          <p:cNvPicPr>
            <a:picLocks noChangeAspect="1"/>
          </p:cNvPicPr>
          <p:nvPr/>
        </p:nvPicPr>
        <p:blipFill>
          <a:blip r:embed="rId3"/>
          <a:stretch>
            <a:fillRect/>
          </a:stretch>
        </p:blipFill>
        <p:spPr>
          <a:xfrm>
            <a:off x="179512" y="1844824"/>
            <a:ext cx="4998915" cy="3278701"/>
          </a:xfrm>
          <a:prstGeom prst="rect">
            <a:avLst/>
          </a:prstGeom>
        </p:spPr>
      </p:pic>
      <p:pic>
        <p:nvPicPr>
          <p:cNvPr id="4" name="Picture 3"/>
          <p:cNvPicPr>
            <a:picLocks noChangeAspect="1"/>
          </p:cNvPicPr>
          <p:nvPr/>
        </p:nvPicPr>
        <p:blipFill>
          <a:blip r:embed="rId4"/>
          <a:stretch>
            <a:fillRect/>
          </a:stretch>
        </p:blipFill>
        <p:spPr>
          <a:xfrm>
            <a:off x="3837768" y="4795406"/>
            <a:ext cx="4849032" cy="1872094"/>
          </a:xfrm>
          <a:prstGeom prst="rect">
            <a:avLst/>
          </a:prstGeom>
        </p:spPr>
      </p:pic>
    </p:spTree>
    <p:extLst>
      <p:ext uri="{BB962C8B-B14F-4D97-AF65-F5344CB8AC3E}">
        <p14:creationId xmlns:p14="http://schemas.microsoft.com/office/powerpoint/2010/main" val="1352974221"/>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Date Placeholder 3"/>
          <p:cNvSpPr>
            <a:spLocks noGrp="1"/>
          </p:cNvSpPr>
          <p:nvPr>
            <p:ph type="dt"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600" b="1">
                <a:solidFill>
                  <a:schemeClr val="tx1"/>
                </a:solidFill>
                <a:latin typeface="Arial" panose="020B0604020202020204" pitchFamily="34" charset="0"/>
              </a:defRPr>
            </a:lvl1pPr>
            <a:lvl2pPr marL="742950" indent="-285750">
              <a:spcBef>
                <a:spcPct val="20000"/>
              </a:spcBef>
              <a:buChar char="–"/>
              <a:defRPr sz="3200" b="1">
                <a:solidFill>
                  <a:schemeClr val="tx1"/>
                </a:solidFill>
                <a:latin typeface="Arial" panose="020B0604020202020204" pitchFamily="34" charset="0"/>
              </a:defRPr>
            </a:lvl2pPr>
            <a:lvl3pPr marL="1143000" indent="-228600">
              <a:spcBef>
                <a:spcPct val="20000"/>
              </a:spcBef>
              <a:buChar char="•"/>
              <a:defRPr sz="3000" b="1">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0"/>
              </a:spcBef>
              <a:buFontTx/>
              <a:buNone/>
            </a:pPr>
            <a:fld id="{267A5CC8-7C0C-4EDA-8A79-F5EE51272049}" type="slidenum">
              <a:rPr lang="en-US" altLang="en-US" sz="1600" smtClean="0"/>
              <a:pPr>
                <a:spcBef>
                  <a:spcPct val="0"/>
                </a:spcBef>
                <a:buFontTx/>
                <a:buNone/>
              </a:pPr>
              <a:t>48</a:t>
            </a:fld>
            <a:endParaRPr lang="en-US" altLang="en-US" sz="1600"/>
          </a:p>
        </p:txBody>
      </p:sp>
      <p:sp>
        <p:nvSpPr>
          <p:cNvPr id="55300" name="Rectangle 1026"/>
          <p:cNvSpPr>
            <a:spLocks noGrp="1" noChangeArrowheads="1"/>
          </p:cNvSpPr>
          <p:nvPr>
            <p:ph type="title"/>
          </p:nvPr>
        </p:nvSpPr>
        <p:spPr/>
        <p:txBody>
          <a:bodyPr/>
          <a:lstStyle/>
          <a:p>
            <a:r>
              <a:rPr lang="en-US" altLang="en-US" dirty="0"/>
              <a:t>Testing</a:t>
            </a:r>
          </a:p>
        </p:txBody>
      </p:sp>
      <p:sp>
        <p:nvSpPr>
          <p:cNvPr id="55302" name="TextBox 2"/>
          <p:cNvSpPr txBox="1">
            <a:spLocks noChangeArrowheads="1"/>
          </p:cNvSpPr>
          <p:nvPr/>
        </p:nvSpPr>
        <p:spPr bwMode="auto">
          <a:xfrm>
            <a:off x="2771775" y="4029075"/>
            <a:ext cx="350838"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lang="en-US" altLang="en-US" b="1">
                <a:solidFill>
                  <a:schemeClr val="bg1"/>
                </a:solidFill>
              </a:rPr>
              <a:t>D</a:t>
            </a:r>
          </a:p>
        </p:txBody>
      </p:sp>
      <p:pic>
        <p:nvPicPr>
          <p:cNvPr id="3" name="Picture 2"/>
          <p:cNvPicPr>
            <a:picLocks noChangeAspect="1"/>
          </p:cNvPicPr>
          <p:nvPr/>
        </p:nvPicPr>
        <p:blipFill>
          <a:blip r:embed="rId3"/>
          <a:stretch>
            <a:fillRect/>
          </a:stretch>
        </p:blipFill>
        <p:spPr>
          <a:xfrm>
            <a:off x="1102485" y="1785914"/>
            <a:ext cx="7355160" cy="4691086"/>
          </a:xfrm>
          <a:prstGeom prst="rect">
            <a:avLst/>
          </a:prstGeom>
        </p:spPr>
      </p:pic>
    </p:spTree>
    <p:extLst>
      <p:ext uri="{BB962C8B-B14F-4D97-AF65-F5344CB8AC3E}">
        <p14:creationId xmlns:p14="http://schemas.microsoft.com/office/powerpoint/2010/main" val="2554383422"/>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Date Placeholder 3"/>
          <p:cNvSpPr>
            <a:spLocks noGrp="1"/>
          </p:cNvSpPr>
          <p:nvPr>
            <p:ph type="dt"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600" b="1">
                <a:solidFill>
                  <a:schemeClr val="tx1"/>
                </a:solidFill>
                <a:latin typeface="Arial" panose="020B0604020202020204" pitchFamily="34" charset="0"/>
              </a:defRPr>
            </a:lvl1pPr>
            <a:lvl2pPr marL="742950" indent="-285750">
              <a:spcBef>
                <a:spcPct val="20000"/>
              </a:spcBef>
              <a:buChar char="–"/>
              <a:defRPr sz="3200" b="1">
                <a:solidFill>
                  <a:schemeClr val="tx1"/>
                </a:solidFill>
                <a:latin typeface="Arial" panose="020B0604020202020204" pitchFamily="34" charset="0"/>
              </a:defRPr>
            </a:lvl2pPr>
            <a:lvl3pPr marL="1143000" indent="-228600">
              <a:spcBef>
                <a:spcPct val="20000"/>
              </a:spcBef>
              <a:buChar char="•"/>
              <a:defRPr sz="3000" b="1">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0"/>
              </a:spcBef>
              <a:buFontTx/>
              <a:buNone/>
            </a:pPr>
            <a:fld id="{267A5CC8-7C0C-4EDA-8A79-F5EE51272049}" type="slidenum">
              <a:rPr lang="en-US" altLang="en-US" sz="1600" smtClean="0"/>
              <a:pPr>
                <a:spcBef>
                  <a:spcPct val="0"/>
                </a:spcBef>
                <a:buFontTx/>
                <a:buNone/>
              </a:pPr>
              <a:t>49</a:t>
            </a:fld>
            <a:endParaRPr lang="en-US" altLang="en-US" sz="1600"/>
          </a:p>
        </p:txBody>
      </p:sp>
      <p:sp>
        <p:nvSpPr>
          <p:cNvPr id="55300" name="Rectangle 1026"/>
          <p:cNvSpPr>
            <a:spLocks noGrp="1" noChangeArrowheads="1"/>
          </p:cNvSpPr>
          <p:nvPr>
            <p:ph type="title"/>
          </p:nvPr>
        </p:nvSpPr>
        <p:spPr/>
        <p:txBody>
          <a:bodyPr/>
          <a:lstStyle/>
          <a:p>
            <a:r>
              <a:rPr lang="en-US" altLang="en-US" dirty="0"/>
              <a:t>Effect of R: Walker Equation</a:t>
            </a:r>
          </a:p>
        </p:txBody>
      </p:sp>
      <p:sp>
        <p:nvSpPr>
          <p:cNvPr id="55302" name="TextBox 2"/>
          <p:cNvSpPr txBox="1">
            <a:spLocks noChangeArrowheads="1"/>
          </p:cNvSpPr>
          <p:nvPr/>
        </p:nvSpPr>
        <p:spPr bwMode="auto">
          <a:xfrm>
            <a:off x="2771775" y="4029075"/>
            <a:ext cx="350838"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lang="en-US" altLang="en-US" b="1">
                <a:solidFill>
                  <a:schemeClr val="bg1"/>
                </a:solidFill>
              </a:rPr>
              <a:t>D</a:t>
            </a:r>
          </a:p>
        </p:txBody>
      </p:sp>
      <p:pic>
        <p:nvPicPr>
          <p:cNvPr id="2" name="Picture 1"/>
          <p:cNvPicPr>
            <a:picLocks noChangeAspect="1"/>
          </p:cNvPicPr>
          <p:nvPr/>
        </p:nvPicPr>
        <p:blipFill>
          <a:blip r:embed="rId3"/>
          <a:stretch>
            <a:fillRect/>
          </a:stretch>
        </p:blipFill>
        <p:spPr>
          <a:xfrm>
            <a:off x="683568" y="1688023"/>
            <a:ext cx="3380454" cy="4788977"/>
          </a:xfrm>
          <a:prstGeom prst="rect">
            <a:avLst/>
          </a:prstGeom>
        </p:spPr>
      </p:pic>
      <p:pic>
        <p:nvPicPr>
          <p:cNvPr id="4" name="Picture 3"/>
          <p:cNvPicPr>
            <a:picLocks noChangeAspect="1"/>
          </p:cNvPicPr>
          <p:nvPr/>
        </p:nvPicPr>
        <p:blipFill>
          <a:blip r:embed="rId4"/>
          <a:stretch>
            <a:fillRect/>
          </a:stretch>
        </p:blipFill>
        <p:spPr>
          <a:xfrm>
            <a:off x="4427984" y="1794806"/>
            <a:ext cx="4513133" cy="4717466"/>
          </a:xfrm>
          <a:prstGeom prst="rect">
            <a:avLst/>
          </a:prstGeom>
        </p:spPr>
      </p:pic>
    </p:spTree>
    <p:extLst>
      <p:ext uri="{BB962C8B-B14F-4D97-AF65-F5344CB8AC3E}">
        <p14:creationId xmlns:p14="http://schemas.microsoft.com/office/powerpoint/2010/main" val="294034233"/>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300" name="Rectangle 1026"/>
          <p:cNvSpPr>
            <a:spLocks noGrp="1" noChangeArrowheads="1"/>
          </p:cNvSpPr>
          <p:nvPr>
            <p:ph type="title"/>
          </p:nvPr>
        </p:nvSpPr>
        <p:spPr/>
        <p:txBody>
          <a:bodyPr/>
          <a:lstStyle/>
          <a:p>
            <a:r>
              <a:rPr lang="en-US" altLang="en-US" dirty="0"/>
              <a:t>Effect of R: Walker Equation</a:t>
            </a:r>
          </a:p>
        </p:txBody>
      </p:sp>
      <p:pic>
        <p:nvPicPr>
          <p:cNvPr id="3" name="Picture 2"/>
          <p:cNvPicPr>
            <a:picLocks noChangeAspect="1"/>
          </p:cNvPicPr>
          <p:nvPr/>
        </p:nvPicPr>
        <p:blipFill>
          <a:blip r:embed="rId3"/>
          <a:stretch>
            <a:fillRect/>
          </a:stretch>
        </p:blipFill>
        <p:spPr>
          <a:xfrm>
            <a:off x="2051720" y="1700808"/>
            <a:ext cx="4680520" cy="4877030"/>
          </a:xfrm>
          <a:prstGeom prst="rect">
            <a:avLst/>
          </a:prstGeom>
        </p:spPr>
      </p:pic>
    </p:spTree>
    <p:extLst>
      <p:ext uri="{BB962C8B-B14F-4D97-AF65-F5344CB8AC3E}">
        <p14:creationId xmlns:p14="http://schemas.microsoft.com/office/powerpoint/2010/main" val="3120787614"/>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300" name="Rectangle 1026"/>
          <p:cNvSpPr>
            <a:spLocks noGrp="1" noChangeArrowheads="1"/>
          </p:cNvSpPr>
          <p:nvPr>
            <p:ph type="title"/>
          </p:nvPr>
        </p:nvSpPr>
        <p:spPr/>
        <p:txBody>
          <a:bodyPr/>
          <a:lstStyle/>
          <a:p>
            <a:r>
              <a:rPr lang="en-US" altLang="en-US" dirty="0"/>
              <a:t>Life Estimate</a:t>
            </a:r>
          </a:p>
        </p:txBody>
      </p:sp>
      <p:pic>
        <p:nvPicPr>
          <p:cNvPr id="2" name="Picture 1"/>
          <p:cNvPicPr>
            <a:picLocks noChangeAspect="1"/>
          </p:cNvPicPr>
          <p:nvPr/>
        </p:nvPicPr>
        <p:blipFill>
          <a:blip r:embed="rId3"/>
          <a:stretch>
            <a:fillRect/>
          </a:stretch>
        </p:blipFill>
        <p:spPr>
          <a:xfrm>
            <a:off x="599652" y="2205130"/>
            <a:ext cx="3153124" cy="1223911"/>
          </a:xfrm>
          <a:prstGeom prst="rect">
            <a:avLst/>
          </a:prstGeom>
        </p:spPr>
      </p:pic>
      <p:pic>
        <p:nvPicPr>
          <p:cNvPr id="5" name="Picture 4"/>
          <p:cNvPicPr>
            <a:picLocks noChangeAspect="1"/>
          </p:cNvPicPr>
          <p:nvPr/>
        </p:nvPicPr>
        <p:blipFill>
          <a:blip r:embed="rId4"/>
          <a:stretch>
            <a:fillRect/>
          </a:stretch>
        </p:blipFill>
        <p:spPr>
          <a:xfrm>
            <a:off x="4300240" y="1772816"/>
            <a:ext cx="4392488" cy="3955371"/>
          </a:xfrm>
          <a:prstGeom prst="rect">
            <a:avLst/>
          </a:prstGeom>
        </p:spPr>
      </p:pic>
      <p:pic>
        <p:nvPicPr>
          <p:cNvPr id="4" name="Picture 3"/>
          <p:cNvPicPr>
            <a:picLocks noChangeAspect="1"/>
          </p:cNvPicPr>
          <p:nvPr/>
        </p:nvPicPr>
        <p:blipFill>
          <a:blip r:embed="rId5"/>
          <a:stretch>
            <a:fillRect/>
          </a:stretch>
        </p:blipFill>
        <p:spPr>
          <a:xfrm>
            <a:off x="323528" y="5418536"/>
            <a:ext cx="6370666" cy="1329657"/>
          </a:xfrm>
          <a:prstGeom prst="rect">
            <a:avLst/>
          </a:prstGeom>
        </p:spPr>
      </p:pic>
    </p:spTree>
    <p:extLst>
      <p:ext uri="{BB962C8B-B14F-4D97-AF65-F5344CB8AC3E}">
        <p14:creationId xmlns:p14="http://schemas.microsoft.com/office/powerpoint/2010/main" val="1982731694"/>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300" name="Rectangle 1026"/>
          <p:cNvSpPr>
            <a:spLocks noGrp="1" noChangeArrowheads="1"/>
          </p:cNvSpPr>
          <p:nvPr>
            <p:ph type="title"/>
          </p:nvPr>
        </p:nvSpPr>
        <p:spPr/>
        <p:txBody>
          <a:bodyPr/>
          <a:lstStyle/>
          <a:p>
            <a:r>
              <a:rPr lang="en-US" altLang="en-US" dirty="0"/>
              <a:t>Paris Law</a:t>
            </a:r>
          </a:p>
        </p:txBody>
      </p:sp>
      <p:pic>
        <p:nvPicPr>
          <p:cNvPr id="3" name="Picture 2"/>
          <p:cNvPicPr>
            <a:picLocks noChangeAspect="1"/>
          </p:cNvPicPr>
          <p:nvPr/>
        </p:nvPicPr>
        <p:blipFill>
          <a:blip r:embed="rId3"/>
          <a:stretch>
            <a:fillRect/>
          </a:stretch>
        </p:blipFill>
        <p:spPr>
          <a:xfrm>
            <a:off x="198154" y="1844824"/>
            <a:ext cx="8766333" cy="4474010"/>
          </a:xfrm>
          <a:prstGeom prst="rect">
            <a:avLst/>
          </a:prstGeom>
        </p:spPr>
      </p:pic>
    </p:spTree>
    <p:extLst>
      <p:ext uri="{BB962C8B-B14F-4D97-AF65-F5344CB8AC3E}">
        <p14:creationId xmlns:p14="http://schemas.microsoft.com/office/powerpoint/2010/main" val="1390265212"/>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300" name="Rectangle 1026"/>
          <p:cNvSpPr>
            <a:spLocks noGrp="1" noChangeArrowheads="1"/>
          </p:cNvSpPr>
          <p:nvPr>
            <p:ph type="title"/>
          </p:nvPr>
        </p:nvSpPr>
        <p:spPr/>
        <p:txBody>
          <a:bodyPr/>
          <a:lstStyle/>
          <a:p>
            <a:r>
              <a:rPr lang="en-US" altLang="en-US" dirty="0"/>
              <a:t>Crack Length at Failure</a:t>
            </a:r>
          </a:p>
        </p:txBody>
      </p:sp>
      <p:pic>
        <p:nvPicPr>
          <p:cNvPr id="2" name="Picture 1"/>
          <p:cNvPicPr>
            <a:picLocks noChangeAspect="1"/>
          </p:cNvPicPr>
          <p:nvPr/>
        </p:nvPicPr>
        <p:blipFill>
          <a:blip r:embed="rId3"/>
          <a:stretch>
            <a:fillRect/>
          </a:stretch>
        </p:blipFill>
        <p:spPr>
          <a:xfrm>
            <a:off x="2550882" y="2636912"/>
            <a:ext cx="4042235" cy="1758371"/>
          </a:xfrm>
          <a:prstGeom prst="rect">
            <a:avLst/>
          </a:prstGeom>
        </p:spPr>
      </p:pic>
    </p:spTree>
    <p:extLst>
      <p:ext uri="{BB962C8B-B14F-4D97-AF65-F5344CB8AC3E}">
        <p14:creationId xmlns:p14="http://schemas.microsoft.com/office/powerpoint/2010/main" val="3275054024"/>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300" name="Rectangle 1026"/>
          <p:cNvSpPr>
            <a:spLocks noGrp="1" noChangeArrowheads="1"/>
          </p:cNvSpPr>
          <p:nvPr>
            <p:ph type="title"/>
          </p:nvPr>
        </p:nvSpPr>
        <p:spPr/>
        <p:txBody>
          <a:bodyPr/>
          <a:lstStyle/>
          <a:p>
            <a:r>
              <a:rPr lang="en-US" altLang="en-US" dirty="0"/>
              <a:t>Example</a:t>
            </a:r>
          </a:p>
        </p:txBody>
      </p:sp>
    </p:spTree>
    <p:extLst>
      <p:ext uri="{BB962C8B-B14F-4D97-AF65-F5344CB8AC3E}">
        <p14:creationId xmlns:p14="http://schemas.microsoft.com/office/powerpoint/2010/main" val="1633493358"/>
      </p:ext>
    </p:extLst>
  </p:cSld>
  <p:clrMapOvr>
    <a:masterClrMapping/>
  </p:clrMapOvr>
</p:sld>
</file>

<file path=ppt/theme/theme1.xml><?xml version="1.0" encoding="utf-8"?>
<a:theme xmlns:a="http://schemas.openxmlformats.org/drawingml/2006/main" name="Default Design">
  <a:themeElements>
    <a:clrScheme name="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Default Design">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Default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Default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Default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Default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Default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Default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Default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Default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Default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Default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Default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3549</TotalTime>
  <Words>1174</Words>
  <Application>Microsoft Macintosh PowerPoint</Application>
  <PresentationFormat>On-screen Show (4:3)</PresentationFormat>
  <Paragraphs>260</Paragraphs>
  <Slides>54</Slides>
  <Notes>53</Notes>
  <HiddenSlides>0</HiddenSlides>
  <MMClips>0</MMClips>
  <ScaleCrop>false</ScaleCrop>
  <HeadingPairs>
    <vt:vector size="8" baseType="variant">
      <vt:variant>
        <vt:lpstr>Fonts Used</vt:lpstr>
      </vt:variant>
      <vt:variant>
        <vt:i4>4</vt:i4>
      </vt:variant>
      <vt:variant>
        <vt:lpstr>Theme</vt:lpstr>
      </vt:variant>
      <vt:variant>
        <vt:i4>1</vt:i4>
      </vt:variant>
      <vt:variant>
        <vt:lpstr>Embedded OLE Servers</vt:lpstr>
      </vt:variant>
      <vt:variant>
        <vt:i4>1</vt:i4>
      </vt:variant>
      <vt:variant>
        <vt:lpstr>Slide Titles</vt:lpstr>
      </vt:variant>
      <vt:variant>
        <vt:i4>54</vt:i4>
      </vt:variant>
    </vt:vector>
  </HeadingPairs>
  <TitlesOfParts>
    <vt:vector size="60" baseType="lpstr">
      <vt:lpstr>Arial</vt:lpstr>
      <vt:lpstr>Helvetica</vt:lpstr>
      <vt:lpstr>Source Sans Pro</vt:lpstr>
      <vt:lpstr>Symbol</vt:lpstr>
      <vt:lpstr>Default Design</vt:lpstr>
      <vt:lpstr>Equation</vt:lpstr>
      <vt:lpstr>PowerPoint Presentation</vt:lpstr>
      <vt:lpstr>PowerPoint Presentation</vt:lpstr>
      <vt:lpstr>Static Failure</vt:lpstr>
      <vt:lpstr>Cyclic Load and Fatigue Failure</vt:lpstr>
      <vt:lpstr>Characteristics</vt:lpstr>
      <vt:lpstr>Fatigue Failure Feature</vt:lpstr>
      <vt:lpstr>Fracture Surface</vt:lpstr>
      <vt:lpstr>Characteristics</vt:lpstr>
      <vt:lpstr>Fatigue-Life Method</vt:lpstr>
      <vt:lpstr>Stress-Life Method</vt:lpstr>
      <vt:lpstr>Stress Cycle</vt:lpstr>
      <vt:lpstr>Alternating Stress</vt:lpstr>
      <vt:lpstr>S-N Diagram</vt:lpstr>
      <vt:lpstr>S-N Diagram</vt:lpstr>
      <vt:lpstr>S-N Diagram</vt:lpstr>
      <vt:lpstr>S-N Diagram</vt:lpstr>
      <vt:lpstr>Endurance Limit</vt:lpstr>
      <vt:lpstr>S-N Diagram</vt:lpstr>
      <vt:lpstr>Fatigue Life</vt:lpstr>
      <vt:lpstr>Safety Factor</vt:lpstr>
      <vt:lpstr>Example</vt:lpstr>
      <vt:lpstr>Effect of Mean Stress</vt:lpstr>
      <vt:lpstr>Effect of Mean Stress</vt:lpstr>
      <vt:lpstr>Example</vt:lpstr>
      <vt:lpstr>Safety Factor with Mean Stress </vt:lpstr>
      <vt:lpstr>Example</vt:lpstr>
      <vt:lpstr>Bonus Quiz</vt:lpstr>
      <vt:lpstr>Assignment</vt:lpstr>
      <vt:lpstr>PowerPoint Presentation</vt:lpstr>
      <vt:lpstr>Fatigue Failure Feature</vt:lpstr>
      <vt:lpstr>Paris Law</vt:lpstr>
      <vt:lpstr>Airplane Disaster</vt:lpstr>
      <vt:lpstr>Airplane Disaster</vt:lpstr>
      <vt:lpstr>Paul Paris</vt:lpstr>
      <vt:lpstr>Paris Paper</vt:lpstr>
      <vt:lpstr>Paris Paper</vt:lpstr>
      <vt:lpstr>Paris Paper</vt:lpstr>
      <vt:lpstr>Paris Paper</vt:lpstr>
      <vt:lpstr>Paris Paper</vt:lpstr>
      <vt:lpstr>Fatigue Crack Growth</vt:lpstr>
      <vt:lpstr>Periodic Inspection</vt:lpstr>
      <vt:lpstr>Key Parameter</vt:lpstr>
      <vt:lpstr>Paris Law</vt:lpstr>
      <vt:lpstr>Effect of R</vt:lpstr>
      <vt:lpstr>Application</vt:lpstr>
      <vt:lpstr>Testing</vt:lpstr>
      <vt:lpstr>Testing</vt:lpstr>
      <vt:lpstr>Testing</vt:lpstr>
      <vt:lpstr>Effect of R: Walker Equation</vt:lpstr>
      <vt:lpstr>Effect of R: Walker Equation</vt:lpstr>
      <vt:lpstr>Life Estimate</vt:lpstr>
      <vt:lpstr>Paris Law</vt:lpstr>
      <vt:lpstr>Crack Length at Failure</vt:lpstr>
      <vt:lpstr>Example</vt:lpstr>
    </vt:vector>
  </TitlesOfParts>
  <Company>University of Nebraska</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Machine Design Analyis</dc:title>
  <dc:creator>jiangyu</dc:creator>
  <cp:lastModifiedBy>Philip Zhan</cp:lastModifiedBy>
  <cp:revision>240</cp:revision>
  <cp:lastPrinted>2006-01-24T01:45:54Z</cp:lastPrinted>
  <dcterms:created xsi:type="dcterms:W3CDTF">2005-12-02T20:26:58Z</dcterms:created>
  <dcterms:modified xsi:type="dcterms:W3CDTF">2022-05-18T03:41:43Z</dcterms:modified>
</cp:coreProperties>
</file>